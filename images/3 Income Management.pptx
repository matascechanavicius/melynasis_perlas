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710" r:id="rId2"/>
  </p:sldMasterIdLst>
  <p:notesMasterIdLst>
    <p:notesMasterId r:id="rId22"/>
  </p:notesMasterIdLst>
  <p:sldIdLst>
    <p:sldId id="256" r:id="rId3"/>
    <p:sldId id="302" r:id="rId4"/>
    <p:sldId id="321" r:id="rId5"/>
    <p:sldId id="320" r:id="rId6"/>
    <p:sldId id="319" r:id="rId7"/>
    <p:sldId id="323" r:id="rId8"/>
    <p:sldId id="324" r:id="rId9"/>
    <p:sldId id="322" r:id="rId10"/>
    <p:sldId id="310" r:id="rId11"/>
    <p:sldId id="293" r:id="rId12"/>
    <p:sldId id="327" r:id="rId13"/>
    <p:sldId id="328" r:id="rId14"/>
    <p:sldId id="330" r:id="rId15"/>
    <p:sldId id="329" r:id="rId16"/>
    <p:sldId id="326" r:id="rId17"/>
    <p:sldId id="331" r:id="rId18"/>
    <p:sldId id="333" r:id="rId19"/>
    <p:sldId id="332" r:id="rId20"/>
    <p:sldId id="290" r:id="rId21"/>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00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C2A312-869D-4010-8274-967972B202F0}" v="14" dt="2026-03-04T11:31:38.5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150" autoAdjust="0"/>
  </p:normalViewPr>
  <p:slideViewPr>
    <p:cSldViewPr snapToGrid="0">
      <p:cViewPr>
        <p:scale>
          <a:sx n="125" d="100"/>
          <a:sy n="125" d="100"/>
        </p:scale>
        <p:origin x="-792" y="-835"/>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avo Mota" userId="d710a08320a0e1ce" providerId="LiveId" clId="{4D6B24FE-5ACE-4901-BCE4-6D49A4ECC944}"/>
    <pc:docChg chg="undo custSel addSld delSld modSld sldOrd">
      <pc:chgData name="Gustavo Mota" userId="d710a08320a0e1ce" providerId="LiveId" clId="{4D6B24FE-5ACE-4901-BCE4-6D49A4ECC944}" dt="2026-02-25T12:51:13.573" v="4328" actId="9405"/>
      <pc:docMkLst>
        <pc:docMk/>
      </pc:docMkLst>
      <pc:sldChg chg="modSp mod">
        <pc:chgData name="Gustavo Mota" userId="d710a08320a0e1ce" providerId="LiveId" clId="{4D6B24FE-5ACE-4901-BCE4-6D49A4ECC944}" dt="2026-02-25T11:24:59.642" v="4139" actId="20577"/>
        <pc:sldMkLst>
          <pc:docMk/>
          <pc:sldMk cId="1837649933" sldId="256"/>
        </pc:sldMkLst>
        <pc:spChg chg="mod">
          <ac:chgData name="Gustavo Mota" userId="d710a08320a0e1ce" providerId="LiveId" clId="{4D6B24FE-5ACE-4901-BCE4-6D49A4ECC944}" dt="2026-02-25T11:24:59.642" v="4139" actId="20577"/>
          <ac:spMkLst>
            <pc:docMk/>
            <pc:sldMk cId="1837649933" sldId="256"/>
            <ac:spMk id="3" creationId="{CD20C0FF-36A9-9089-5967-15A84A34B572}"/>
          </ac:spMkLst>
        </pc:spChg>
      </pc:sldChg>
      <pc:sldChg chg="addSp delSp modSp mod">
        <pc:chgData name="Gustavo Mota" userId="d710a08320a0e1ce" providerId="LiveId" clId="{4D6B24FE-5ACE-4901-BCE4-6D49A4ECC944}" dt="2026-02-25T12:51:13.573" v="4328" actId="9405"/>
        <pc:sldMkLst>
          <pc:docMk/>
          <pc:sldMk cId="1620026949" sldId="293"/>
        </pc:sldMkLst>
      </pc:sldChg>
      <pc:sldChg chg="addSp modSp mod">
        <pc:chgData name="Gustavo Mota" userId="d710a08320a0e1ce" providerId="LiveId" clId="{4D6B24FE-5ACE-4901-BCE4-6D49A4ECC944}" dt="2026-02-25T12:49:31.190" v="4312"/>
        <pc:sldMkLst>
          <pc:docMk/>
          <pc:sldMk cId="4015202763" sldId="319"/>
        </pc:sldMkLst>
        <pc:inkChg chg="add mod">
          <ac:chgData name="Gustavo Mota" userId="d710a08320a0e1ce" providerId="LiveId" clId="{4D6B24FE-5ACE-4901-BCE4-6D49A4ECC944}" dt="2026-02-25T12:48:23.972" v="4303"/>
          <ac:inkMkLst>
            <pc:docMk/>
            <pc:sldMk cId="4015202763" sldId="319"/>
            <ac:inkMk id="3" creationId="{90A6B70F-7F33-3D6C-2DEF-D8D2EC78D19F}"/>
          </ac:inkMkLst>
        </pc:inkChg>
        <pc:inkChg chg="add mod">
          <ac:chgData name="Gustavo Mota" userId="d710a08320a0e1ce" providerId="LiveId" clId="{4D6B24FE-5ACE-4901-BCE4-6D49A4ECC944}" dt="2026-02-25T12:48:23.972" v="4303"/>
          <ac:inkMkLst>
            <pc:docMk/>
            <pc:sldMk cId="4015202763" sldId="319"/>
            <ac:inkMk id="4" creationId="{CD091B6A-199E-D73C-2253-E5D442E02E3A}"/>
          </ac:inkMkLst>
        </pc:inkChg>
        <pc:inkChg chg="add mod">
          <ac:chgData name="Gustavo Mota" userId="d710a08320a0e1ce" providerId="LiveId" clId="{4D6B24FE-5ACE-4901-BCE4-6D49A4ECC944}" dt="2026-02-25T12:48:23.972" v="4303"/>
          <ac:inkMkLst>
            <pc:docMk/>
            <pc:sldMk cId="4015202763" sldId="319"/>
            <ac:inkMk id="5" creationId="{27CB67FB-63C2-113A-1C2C-19EAB053000C}"/>
          </ac:inkMkLst>
        </pc:inkChg>
        <pc:inkChg chg="add">
          <ac:chgData name="Gustavo Mota" userId="d710a08320a0e1ce" providerId="LiveId" clId="{4D6B24FE-5ACE-4901-BCE4-6D49A4ECC944}" dt="2026-02-25T12:48:50.330" v="4304" actId="9405"/>
          <ac:inkMkLst>
            <pc:docMk/>
            <pc:sldMk cId="4015202763" sldId="319"/>
            <ac:inkMk id="7" creationId="{DDEF807D-D087-7647-C77E-0167AAAA0C4D}"/>
          </ac:inkMkLst>
        </pc:inkChg>
        <pc:inkChg chg="add">
          <ac:chgData name="Gustavo Mota" userId="d710a08320a0e1ce" providerId="LiveId" clId="{4D6B24FE-5ACE-4901-BCE4-6D49A4ECC944}" dt="2026-02-25T12:48:58.046" v="4307" actId="9405"/>
          <ac:inkMkLst>
            <pc:docMk/>
            <pc:sldMk cId="4015202763" sldId="319"/>
            <ac:inkMk id="12" creationId="{092B46D0-009B-1233-8746-3F22DBBB1234}"/>
          </ac:inkMkLst>
        </pc:inkChg>
        <pc:inkChg chg="add mod">
          <ac:chgData name="Gustavo Mota" userId="d710a08320a0e1ce" providerId="LiveId" clId="{4D6B24FE-5ACE-4901-BCE4-6D49A4ECC944}" dt="2026-02-25T12:49:31.190" v="4312"/>
          <ac:inkMkLst>
            <pc:docMk/>
            <pc:sldMk cId="4015202763" sldId="319"/>
            <ac:inkMk id="15" creationId="{E5F6AEDF-5D2A-93C0-DB7A-A83C52055F85}"/>
          </ac:inkMkLst>
        </pc:inkChg>
        <pc:inkChg chg="add mod">
          <ac:chgData name="Gustavo Mota" userId="d710a08320a0e1ce" providerId="LiveId" clId="{4D6B24FE-5ACE-4901-BCE4-6D49A4ECC944}" dt="2026-02-25T12:49:31.190" v="4312"/>
          <ac:inkMkLst>
            <pc:docMk/>
            <pc:sldMk cId="4015202763" sldId="319"/>
            <ac:inkMk id="16" creationId="{E08C2821-8B85-D122-56DF-A32F466212A3}"/>
          </ac:inkMkLst>
        </pc:inkChg>
      </pc:sldChg>
      <pc:sldChg chg="addSp modSp mod">
        <pc:chgData name="Gustavo Mota" userId="d710a08320a0e1ce" providerId="LiveId" clId="{4D6B24FE-5ACE-4901-BCE4-6D49A4ECC944}" dt="2026-02-25T12:37:26.692" v="4299"/>
        <pc:sldMkLst>
          <pc:docMk/>
          <pc:sldMk cId="2607601828" sldId="320"/>
        </pc:sldMkLst>
      </pc:sldChg>
      <pc:sldChg chg="addSp delSp modSp mod">
        <pc:chgData name="Gustavo Mota" userId="d710a08320a0e1ce" providerId="LiveId" clId="{4D6B24FE-5ACE-4901-BCE4-6D49A4ECC944}" dt="2026-02-25T12:35:28.259" v="4283" actId="9405"/>
        <pc:sldMkLst>
          <pc:docMk/>
          <pc:sldMk cId="3699104150" sldId="321"/>
        </pc:sldMkLst>
        <pc:inkChg chg="add">
          <ac:chgData name="Gustavo Mota" userId="d710a08320a0e1ce" providerId="LiveId" clId="{4D6B24FE-5ACE-4901-BCE4-6D49A4ECC944}" dt="2026-02-25T12:25:03.355" v="4175" actId="9405"/>
          <ac:inkMkLst>
            <pc:docMk/>
            <pc:sldMk cId="3699104150" sldId="321"/>
            <ac:inkMk id="42" creationId="{03AAB6F6-A618-ADA1-CA8F-018ACF82018B}"/>
          </ac:inkMkLst>
        </pc:inkChg>
        <pc:inkChg chg="add">
          <ac:chgData name="Gustavo Mota" userId="d710a08320a0e1ce" providerId="LiveId" clId="{4D6B24FE-5ACE-4901-BCE4-6D49A4ECC944}" dt="2026-02-25T12:33:06.042" v="4277" actId="9405"/>
          <ac:inkMkLst>
            <pc:docMk/>
            <pc:sldMk cId="3699104150" sldId="321"/>
            <ac:inkMk id="147" creationId="{230717E7-B150-A136-EFBF-DF8FB4B26536}"/>
          </ac:inkMkLst>
        </pc:inkChg>
      </pc:sldChg>
    </pc:docChg>
  </pc:docChgLst>
  <pc:docChgLst>
    <pc:chgData name="Gustavo Mota" userId="d710a08320a0e1ce" providerId="LiveId" clId="{76EAA489-63F7-40D3-B65F-5753DED02683}"/>
    <pc:docChg chg="custSel modSld">
      <pc:chgData name="Gustavo Mota" userId="d710a08320a0e1ce" providerId="LiveId" clId="{76EAA489-63F7-40D3-B65F-5753DED02683}" dt="2026-03-04T12:29:20.072" v="92" actId="113"/>
      <pc:docMkLst>
        <pc:docMk/>
      </pc:docMkLst>
      <pc:sldChg chg="delSp modSp">
        <pc:chgData name="Gustavo Mota" userId="d710a08320a0e1ce" providerId="LiveId" clId="{76EAA489-63F7-40D3-B65F-5753DED02683}" dt="2026-03-04T11:31:38.502" v="32"/>
        <pc:sldMkLst>
          <pc:docMk/>
          <pc:sldMk cId="1620026949" sldId="293"/>
        </pc:sldMkLst>
        <pc:grpChg chg="del mod">
          <ac:chgData name="Gustavo Mota" userId="d710a08320a0e1ce" providerId="LiveId" clId="{76EAA489-63F7-40D3-B65F-5753DED02683}" dt="2026-03-04T11:31:38.502" v="30"/>
          <ac:grpSpMkLst>
            <pc:docMk/>
            <pc:sldMk cId="1620026949" sldId="293"/>
            <ac:grpSpMk id="16" creationId="{98C2B72B-06FB-CA21-93E1-C901510DA353}"/>
          </ac:grpSpMkLst>
        </pc:grpChg>
        <pc:inkChg chg="del">
          <ac:chgData name="Gustavo Mota" userId="d710a08320a0e1ce" providerId="LiveId" clId="{76EAA489-63F7-40D3-B65F-5753DED02683}" dt="2026-03-04T11:31:38.501" v="28"/>
          <ac:inkMkLst>
            <pc:docMk/>
            <pc:sldMk cId="1620026949" sldId="293"/>
            <ac:inkMk id="5" creationId="{1FB33B9B-DA7F-954B-BF87-6282A3DB0F5F}"/>
          </ac:inkMkLst>
        </pc:inkChg>
        <pc:inkChg chg="del mod">
          <ac:chgData name="Gustavo Mota" userId="d710a08320a0e1ce" providerId="LiveId" clId="{76EAA489-63F7-40D3-B65F-5753DED02683}" dt="2026-03-04T11:31:38.501" v="26"/>
          <ac:inkMkLst>
            <pc:docMk/>
            <pc:sldMk cId="1620026949" sldId="293"/>
            <ac:inkMk id="6" creationId="{80677E91-6488-0C94-7E71-538086FB4D74}"/>
          </ac:inkMkLst>
        </pc:inkChg>
        <pc:inkChg chg="del mod">
          <ac:chgData name="Gustavo Mota" userId="d710a08320a0e1ce" providerId="LiveId" clId="{76EAA489-63F7-40D3-B65F-5753DED02683}" dt="2026-03-04T11:31:38.501" v="24"/>
          <ac:inkMkLst>
            <pc:docMk/>
            <pc:sldMk cId="1620026949" sldId="293"/>
            <ac:inkMk id="7" creationId="{62E629B6-2D97-F0DD-1068-0CDCCEB27A4A}"/>
          </ac:inkMkLst>
        </pc:inkChg>
        <pc:inkChg chg="del mod">
          <ac:chgData name="Gustavo Mota" userId="d710a08320a0e1ce" providerId="LiveId" clId="{76EAA489-63F7-40D3-B65F-5753DED02683}" dt="2026-03-04T11:31:38.502" v="32"/>
          <ac:inkMkLst>
            <pc:docMk/>
            <pc:sldMk cId="1620026949" sldId="293"/>
            <ac:inkMk id="9" creationId="{8976F04B-A9E6-D525-EF63-448D8B7D89D0}"/>
          </ac:inkMkLst>
        </pc:inkChg>
        <pc:inkChg chg="del mod">
          <ac:chgData name="Gustavo Mota" userId="d710a08320a0e1ce" providerId="LiveId" clId="{76EAA489-63F7-40D3-B65F-5753DED02683}" dt="2026-03-04T11:31:38.501" v="29"/>
          <ac:inkMkLst>
            <pc:docMk/>
            <pc:sldMk cId="1620026949" sldId="293"/>
            <ac:inkMk id="10" creationId="{AA69CAFE-F15F-14FA-F8A9-2823D1C9843B}"/>
          </ac:inkMkLst>
        </pc:inkChg>
        <pc:inkChg chg="del mod">
          <ac:chgData name="Gustavo Mota" userId="d710a08320a0e1ce" providerId="LiveId" clId="{76EAA489-63F7-40D3-B65F-5753DED02683}" dt="2026-03-04T11:31:38.501" v="25"/>
          <ac:inkMkLst>
            <pc:docMk/>
            <pc:sldMk cId="1620026949" sldId="293"/>
            <ac:inkMk id="11" creationId="{8B4CC8C0-5FF7-EC56-5033-8161D70CC733}"/>
          </ac:inkMkLst>
        </pc:inkChg>
        <pc:inkChg chg="del mod">
          <ac:chgData name="Gustavo Mota" userId="d710a08320a0e1ce" providerId="LiveId" clId="{76EAA489-63F7-40D3-B65F-5753DED02683}" dt="2026-03-04T11:31:38.502" v="30"/>
          <ac:inkMkLst>
            <pc:docMk/>
            <pc:sldMk cId="1620026949" sldId="293"/>
            <ac:inkMk id="12" creationId="{24B3D887-3ACA-549E-81FA-76A25A87BED0}"/>
          </ac:inkMkLst>
        </pc:inkChg>
        <pc:inkChg chg="del mod">
          <ac:chgData name="Gustavo Mota" userId="d710a08320a0e1ce" providerId="LiveId" clId="{76EAA489-63F7-40D3-B65F-5753DED02683}" dt="2026-03-04T11:31:38.501" v="27"/>
          <ac:inkMkLst>
            <pc:docMk/>
            <pc:sldMk cId="1620026949" sldId="293"/>
            <ac:inkMk id="13" creationId="{2A757264-DCE2-3F6A-2E4F-A01071A208AA}"/>
          </ac:inkMkLst>
        </pc:inkChg>
        <pc:inkChg chg="del mod">
          <ac:chgData name="Gustavo Mota" userId="d710a08320a0e1ce" providerId="LiveId" clId="{76EAA489-63F7-40D3-B65F-5753DED02683}" dt="2026-03-04T11:31:38.500" v="20"/>
          <ac:inkMkLst>
            <pc:docMk/>
            <pc:sldMk cId="1620026949" sldId="293"/>
            <ac:inkMk id="14" creationId="{D6A40F19-FFDD-1334-5D76-7F4F979BF634}"/>
          </ac:inkMkLst>
        </pc:inkChg>
        <pc:inkChg chg="del">
          <ac:chgData name="Gustavo Mota" userId="d710a08320a0e1ce" providerId="LiveId" clId="{76EAA489-63F7-40D3-B65F-5753DED02683}" dt="2026-03-04T11:31:38.499" v="19"/>
          <ac:inkMkLst>
            <pc:docMk/>
            <pc:sldMk cId="1620026949" sldId="293"/>
            <ac:inkMk id="15" creationId="{0E169B24-0F2C-429D-1626-725A9A00797C}"/>
          </ac:inkMkLst>
        </pc:inkChg>
        <pc:inkChg chg="del">
          <ac:chgData name="Gustavo Mota" userId="d710a08320a0e1ce" providerId="LiveId" clId="{76EAA489-63F7-40D3-B65F-5753DED02683}" dt="2026-03-04T11:31:38.500" v="22"/>
          <ac:inkMkLst>
            <pc:docMk/>
            <pc:sldMk cId="1620026949" sldId="293"/>
            <ac:inkMk id="17" creationId="{002B7892-88BD-8DED-3AC7-3700B68A4450}"/>
          </ac:inkMkLst>
        </pc:inkChg>
        <pc:inkChg chg="del">
          <ac:chgData name="Gustavo Mota" userId="d710a08320a0e1ce" providerId="LiveId" clId="{76EAA489-63F7-40D3-B65F-5753DED02683}" dt="2026-03-04T11:31:38.500" v="23"/>
          <ac:inkMkLst>
            <pc:docMk/>
            <pc:sldMk cId="1620026949" sldId="293"/>
            <ac:inkMk id="18" creationId="{B50FFDF8-A5DB-35BD-94AD-57F6DD44AD3F}"/>
          </ac:inkMkLst>
        </pc:inkChg>
        <pc:inkChg chg="del">
          <ac:chgData name="Gustavo Mota" userId="d710a08320a0e1ce" providerId="LiveId" clId="{76EAA489-63F7-40D3-B65F-5753DED02683}" dt="2026-03-04T11:31:38.500" v="21"/>
          <ac:inkMkLst>
            <pc:docMk/>
            <pc:sldMk cId="1620026949" sldId="293"/>
            <ac:inkMk id="19" creationId="{86B6B97C-997A-F453-15CE-9EE59FAB8C42}"/>
          </ac:inkMkLst>
        </pc:inkChg>
        <pc:inkChg chg="del">
          <ac:chgData name="Gustavo Mota" userId="d710a08320a0e1ce" providerId="LiveId" clId="{76EAA489-63F7-40D3-B65F-5753DED02683}" dt="2026-03-04T11:31:38.502" v="31"/>
          <ac:inkMkLst>
            <pc:docMk/>
            <pc:sldMk cId="1620026949" sldId="293"/>
            <ac:inkMk id="20" creationId="{7DE21F30-0E8C-5571-A136-042F21E63399}"/>
          </ac:inkMkLst>
        </pc:inkChg>
      </pc:sldChg>
      <pc:sldChg chg="delSp mod">
        <pc:chgData name="Gustavo Mota" userId="d710a08320a0e1ce" providerId="LiveId" clId="{76EAA489-63F7-40D3-B65F-5753DED02683}" dt="2026-03-04T11:47:43.302" v="69" actId="478"/>
        <pc:sldMkLst>
          <pc:docMk/>
          <pc:sldMk cId="4015202763" sldId="319"/>
        </pc:sldMkLst>
        <pc:grpChg chg="del">
          <ac:chgData name="Gustavo Mota" userId="d710a08320a0e1ce" providerId="LiveId" clId="{76EAA489-63F7-40D3-B65F-5753DED02683}" dt="2026-03-04T11:31:11.056" v="14" actId="478"/>
          <ac:grpSpMkLst>
            <pc:docMk/>
            <pc:sldMk cId="4015202763" sldId="319"/>
            <ac:grpSpMk id="6" creationId="{E1D8999D-5D06-957A-B743-A051F2226EE4}"/>
          </ac:grpSpMkLst>
        </pc:grpChg>
        <pc:grpChg chg="del">
          <ac:chgData name="Gustavo Mota" userId="d710a08320a0e1ce" providerId="LiveId" clId="{76EAA489-63F7-40D3-B65F-5753DED02683}" dt="2026-03-04T11:31:18.203" v="17" actId="478"/>
          <ac:grpSpMkLst>
            <pc:docMk/>
            <pc:sldMk cId="4015202763" sldId="319"/>
            <ac:grpSpMk id="17" creationId="{C87FF1C6-05F1-F438-B6FC-1F7D0EF85DB8}"/>
          </ac:grpSpMkLst>
        </pc:grpChg>
        <pc:inkChg chg="del">
          <ac:chgData name="Gustavo Mota" userId="d710a08320a0e1ce" providerId="LiveId" clId="{76EAA489-63F7-40D3-B65F-5753DED02683}" dt="2026-03-04T11:31:14.434" v="15" actId="478"/>
          <ac:inkMkLst>
            <pc:docMk/>
            <pc:sldMk cId="4015202763" sldId="319"/>
            <ac:inkMk id="8" creationId="{C114E810-5A90-7E1F-9477-FE958E786E7C}"/>
          </ac:inkMkLst>
        </pc:inkChg>
        <pc:inkChg chg="del">
          <ac:chgData name="Gustavo Mota" userId="d710a08320a0e1ce" providerId="LiveId" clId="{76EAA489-63F7-40D3-B65F-5753DED02683}" dt="2026-03-04T11:47:43.302" v="69" actId="478"/>
          <ac:inkMkLst>
            <pc:docMk/>
            <pc:sldMk cId="4015202763" sldId="319"/>
            <ac:inkMk id="9" creationId="{878B82B8-231E-99A7-2213-D7D03FA6072B}"/>
          </ac:inkMkLst>
        </pc:inkChg>
        <pc:inkChg chg="del">
          <ac:chgData name="Gustavo Mota" userId="d710a08320a0e1ce" providerId="LiveId" clId="{76EAA489-63F7-40D3-B65F-5753DED02683}" dt="2026-03-04T11:31:20.574" v="18" actId="478"/>
          <ac:inkMkLst>
            <pc:docMk/>
            <pc:sldMk cId="4015202763" sldId="319"/>
            <ac:inkMk id="13" creationId="{0E045E7C-56CD-576A-3931-296D9FF688AA}"/>
          </ac:inkMkLst>
        </pc:inkChg>
        <pc:inkChg chg="del">
          <ac:chgData name="Gustavo Mota" userId="d710a08320a0e1ce" providerId="LiveId" clId="{76EAA489-63F7-40D3-B65F-5753DED02683}" dt="2026-03-04T11:31:16.226" v="16" actId="478"/>
          <ac:inkMkLst>
            <pc:docMk/>
            <pc:sldMk cId="4015202763" sldId="319"/>
            <ac:inkMk id="14" creationId="{C2BFD471-B524-B597-B820-C20C1E360176}"/>
          </ac:inkMkLst>
        </pc:inkChg>
      </pc:sldChg>
      <pc:sldChg chg="delSp mod">
        <pc:chgData name="Gustavo Mota" userId="d710a08320a0e1ce" providerId="LiveId" clId="{76EAA489-63F7-40D3-B65F-5753DED02683}" dt="2026-03-04T11:30:41.244" v="13" actId="478"/>
        <pc:sldMkLst>
          <pc:docMk/>
          <pc:sldMk cId="2607601828" sldId="320"/>
        </pc:sldMkLst>
        <pc:grpChg chg="del">
          <ac:chgData name="Gustavo Mota" userId="d710a08320a0e1ce" providerId="LiveId" clId="{76EAA489-63F7-40D3-B65F-5753DED02683}" dt="2026-03-04T11:30:35.332" v="10" actId="478"/>
          <ac:grpSpMkLst>
            <pc:docMk/>
            <pc:sldMk cId="2607601828" sldId="320"/>
            <ac:grpSpMk id="11" creationId="{8956FD9C-4CE7-126E-9588-E50CBE7E0B12}"/>
          </ac:grpSpMkLst>
        </pc:grpChg>
        <pc:grpChg chg="del">
          <ac:chgData name="Gustavo Mota" userId="d710a08320a0e1ce" providerId="LiveId" clId="{76EAA489-63F7-40D3-B65F-5753DED02683}" dt="2026-03-04T11:30:34.035" v="9" actId="478"/>
          <ac:grpSpMkLst>
            <pc:docMk/>
            <pc:sldMk cId="2607601828" sldId="320"/>
            <ac:grpSpMk id="12" creationId="{A4E33248-8D79-FF7C-8309-F530DB156DCE}"/>
          </ac:grpSpMkLst>
        </pc:grpChg>
        <pc:grpChg chg="del">
          <ac:chgData name="Gustavo Mota" userId="d710a08320a0e1ce" providerId="LiveId" clId="{76EAA489-63F7-40D3-B65F-5753DED02683}" dt="2026-03-04T11:30:37.478" v="11" actId="478"/>
          <ac:grpSpMkLst>
            <pc:docMk/>
            <pc:sldMk cId="2607601828" sldId="320"/>
            <ac:grpSpMk id="15" creationId="{A901B78A-7887-B2B3-6A6E-9A14CB20752B}"/>
          </ac:grpSpMkLst>
        </pc:grpChg>
        <pc:grpChg chg="del">
          <ac:chgData name="Gustavo Mota" userId="d710a08320a0e1ce" providerId="LiveId" clId="{76EAA489-63F7-40D3-B65F-5753DED02683}" dt="2026-03-04T11:30:38.908" v="12" actId="478"/>
          <ac:grpSpMkLst>
            <pc:docMk/>
            <pc:sldMk cId="2607601828" sldId="320"/>
            <ac:grpSpMk id="22" creationId="{EE3C217E-48B2-C173-BAF7-FDACFF44203F}"/>
          </ac:grpSpMkLst>
        </pc:grpChg>
        <pc:inkChg chg="del">
          <ac:chgData name="Gustavo Mota" userId="d710a08320a0e1ce" providerId="LiveId" clId="{76EAA489-63F7-40D3-B65F-5753DED02683}" dt="2026-03-04T11:30:41.244" v="13" actId="478"/>
          <ac:inkMkLst>
            <pc:docMk/>
            <pc:sldMk cId="2607601828" sldId="320"/>
            <ac:inkMk id="3" creationId="{0A64EF88-A2BA-1608-32D3-ED9BF79DA91D}"/>
          </ac:inkMkLst>
        </pc:inkChg>
      </pc:sldChg>
      <pc:sldChg chg="delSp mod modNotesTx">
        <pc:chgData name="Gustavo Mota" userId="d710a08320a0e1ce" providerId="LiveId" clId="{76EAA489-63F7-40D3-B65F-5753DED02683}" dt="2026-03-04T11:45:07.727" v="68" actId="20577"/>
        <pc:sldMkLst>
          <pc:docMk/>
          <pc:sldMk cId="3699104150" sldId="321"/>
        </pc:sldMkLst>
        <pc:grpChg chg="del">
          <ac:chgData name="Gustavo Mota" userId="d710a08320a0e1ce" providerId="LiveId" clId="{76EAA489-63F7-40D3-B65F-5753DED02683}" dt="2026-03-04T11:30:16.020" v="1" actId="478"/>
          <ac:grpSpMkLst>
            <pc:docMk/>
            <pc:sldMk cId="3699104150" sldId="321"/>
            <ac:grpSpMk id="22" creationId="{878214BD-E4FD-4134-2E99-2F1742AE8E0F}"/>
          </ac:grpSpMkLst>
        </pc:grpChg>
        <pc:grpChg chg="del">
          <ac:chgData name="Gustavo Mota" userId="d710a08320a0e1ce" providerId="LiveId" clId="{76EAA489-63F7-40D3-B65F-5753DED02683}" dt="2026-03-04T11:30:17.535" v="2" actId="478"/>
          <ac:grpSpMkLst>
            <pc:docMk/>
            <pc:sldMk cId="3699104150" sldId="321"/>
            <ac:grpSpMk id="41" creationId="{FA744315-F44F-F67B-E6BC-B64C4F1B7497}"/>
          </ac:grpSpMkLst>
        </pc:grpChg>
        <pc:grpChg chg="del">
          <ac:chgData name="Gustavo Mota" userId="d710a08320a0e1ce" providerId="LiveId" clId="{76EAA489-63F7-40D3-B65F-5753DED02683}" dt="2026-03-04T11:30:14.437" v="0" actId="478"/>
          <ac:grpSpMkLst>
            <pc:docMk/>
            <pc:sldMk cId="3699104150" sldId="321"/>
            <ac:grpSpMk id="112" creationId="{9B3AD5ED-ACF0-4715-2EBB-1C301798100B}"/>
          </ac:grpSpMkLst>
        </pc:grpChg>
        <pc:grpChg chg="del">
          <ac:chgData name="Gustavo Mota" userId="d710a08320a0e1ce" providerId="LiveId" clId="{76EAA489-63F7-40D3-B65F-5753DED02683}" dt="2026-03-04T11:30:18.902" v="3" actId="478"/>
          <ac:grpSpMkLst>
            <pc:docMk/>
            <pc:sldMk cId="3699104150" sldId="321"/>
            <ac:grpSpMk id="128" creationId="{D8245908-1992-B919-5BB3-4A5536DF863E}"/>
          </ac:grpSpMkLst>
        </pc:grpChg>
        <pc:grpChg chg="del">
          <ac:chgData name="Gustavo Mota" userId="d710a08320a0e1ce" providerId="LiveId" clId="{76EAA489-63F7-40D3-B65F-5753DED02683}" dt="2026-03-04T11:30:20.702" v="4" actId="478"/>
          <ac:grpSpMkLst>
            <pc:docMk/>
            <pc:sldMk cId="3699104150" sldId="321"/>
            <ac:grpSpMk id="146" creationId="{A3D9CE6F-598C-4E03-EAFC-67EF743D6E4D}"/>
          </ac:grpSpMkLst>
        </pc:grpChg>
        <pc:grpChg chg="del">
          <ac:chgData name="Gustavo Mota" userId="d710a08320a0e1ce" providerId="LiveId" clId="{76EAA489-63F7-40D3-B65F-5753DED02683}" dt="2026-03-04T11:30:28.339" v="7" actId="478"/>
          <ac:grpSpMkLst>
            <pc:docMk/>
            <pc:sldMk cId="3699104150" sldId="321"/>
            <ac:grpSpMk id="152" creationId="{AE2134AA-65F4-3957-2577-59E585A9A1AE}"/>
          </ac:grpSpMkLst>
        </pc:grpChg>
        <pc:inkChg chg="del">
          <ac:chgData name="Gustavo Mota" userId="d710a08320a0e1ce" providerId="LiveId" clId="{76EAA489-63F7-40D3-B65F-5753DED02683}" dt="2026-03-04T11:30:23.373" v="5" actId="478"/>
          <ac:inkMkLst>
            <pc:docMk/>
            <pc:sldMk cId="3699104150" sldId="321"/>
            <ac:inkMk id="148" creationId="{FB043F1F-0803-2EB0-396B-1BAD5DF83795}"/>
          </ac:inkMkLst>
        </pc:inkChg>
        <pc:inkChg chg="del">
          <ac:chgData name="Gustavo Mota" userId="d710a08320a0e1ce" providerId="LiveId" clId="{76EAA489-63F7-40D3-B65F-5753DED02683}" dt="2026-03-04T11:30:25.076" v="6" actId="478"/>
          <ac:inkMkLst>
            <pc:docMk/>
            <pc:sldMk cId="3699104150" sldId="321"/>
            <ac:inkMk id="149" creationId="{BF0F967E-6DF8-B500-CD2A-ADDACFF6EDEC}"/>
          </ac:inkMkLst>
        </pc:inkChg>
        <pc:inkChg chg="del">
          <ac:chgData name="Gustavo Mota" userId="d710a08320a0e1ce" providerId="LiveId" clId="{76EAA489-63F7-40D3-B65F-5753DED02683}" dt="2026-03-04T11:30:30.265" v="8" actId="478"/>
          <ac:inkMkLst>
            <pc:docMk/>
            <pc:sldMk cId="3699104150" sldId="321"/>
            <ac:inkMk id="153" creationId="{316134FC-AED5-55EB-A433-F07200DAA134}"/>
          </ac:inkMkLst>
        </pc:inkChg>
      </pc:sldChg>
      <pc:sldChg chg="modSp mod">
        <pc:chgData name="Gustavo Mota" userId="d710a08320a0e1ce" providerId="LiveId" clId="{76EAA489-63F7-40D3-B65F-5753DED02683}" dt="2026-03-04T12:29:20.072" v="92" actId="113"/>
        <pc:sldMkLst>
          <pc:docMk/>
          <pc:sldMk cId="1711010014" sldId="328"/>
        </pc:sldMkLst>
        <pc:spChg chg="mod">
          <ac:chgData name="Gustavo Mota" userId="d710a08320a0e1ce" providerId="LiveId" clId="{76EAA489-63F7-40D3-B65F-5753DED02683}" dt="2026-03-04T12:29:20.072" v="92" actId="113"/>
          <ac:spMkLst>
            <pc:docMk/>
            <pc:sldMk cId="1711010014" sldId="328"/>
            <ac:spMk id="11" creationId="{FEBDEEEC-4D49-2E24-F5F4-A6E9D151D574}"/>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2:25:03.354"/>
    </inkml:context>
    <inkml:brush xml:id="br0">
      <inkml:brushProperty name="width" value="0.025" units="cm"/>
      <inkml:brushProperty name="height" value="0.025" units="cm"/>
    </inkml:brush>
  </inkml:definitions>
  <inkml:trace contextRef="#ctx0" brushRef="#br0">0 0 16680,'0'0'928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2:33:06.041"/>
    </inkml:context>
    <inkml:brush xml:id="br0">
      <inkml:brushProperty name="width" value="0.025" units="cm"/>
      <inkml:brushProperty name="height" value="0.025" units="cm"/>
    </inkml:brush>
  </inkml:definitions>
  <inkml:trace contextRef="#ctx0" brushRef="#br0">34 53 5074,'0'0'9717,"0"-30"-9717,0 20-384,0 2 159,0 3-1055,-11 5-1922,-11 0-4849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2:48:50.329"/>
    </inkml:context>
    <inkml:brush xml:id="br0">
      <inkml:brushProperty name="width" value="0.025" units="cm"/>
      <inkml:brushProperty name="height" value="0.025" units="cm"/>
    </inkml:brush>
  </inkml:definitions>
  <inkml:trace contextRef="#ctx0" brushRef="#br0">129 23 288,'0'0'4469,"-29"-20"-3976,27 19-515,-1 1-1,1-1 1,-1 1-1,1 0 1,-1-1-1,0 1 0,1 0 1,-1 1-1,1-1 1,-1 0-1,1 1 1,-1 0-1,1-1 0,-1 1 1,1 0-1,-1 0 1,1 0-1,0 1 1,-1-1-1,1 0 0,0 1 1,0 0-1,0-1 1,0 1-1,1 0 1,-1 0-1,-2 3 1,-6 4-91,-12 5-1208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2:48:58.045"/>
    </inkml:context>
    <inkml:brush xml:id="br0">
      <inkml:brushProperty name="width" value="0.025" units="cm"/>
      <inkml:brushProperty name="height" value="0.025" units="cm"/>
    </inkml:brush>
  </inkml:definitions>
  <inkml:trace contextRef="#ctx0" brushRef="#br0">1 0 5122,'0'0'0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EA6B7-CF24-40FA-9C76-D6F391AEEC6B}" type="datetimeFigureOut">
              <a:rPr lang="en-US" smtClean="0"/>
              <a:t>04-Mar-26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229B3-8BA3-4647-8C53-2B34A121DEAD}" type="slidenum">
              <a:rPr lang="en-US" smtClean="0"/>
              <a:t>‹#›</a:t>
            </a:fld>
            <a:endParaRPr lang="en-US"/>
          </a:p>
        </p:txBody>
      </p:sp>
    </p:spTree>
    <p:extLst>
      <p:ext uri="{BB962C8B-B14F-4D97-AF65-F5344CB8AC3E}">
        <p14:creationId xmlns:p14="http://schemas.microsoft.com/office/powerpoint/2010/main" val="3740950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FUNGIBILITY - </a:t>
            </a:r>
          </a:p>
        </p:txBody>
      </p:sp>
      <p:sp>
        <p:nvSpPr>
          <p:cNvPr id="4" name="Slide Number Placeholder 3"/>
          <p:cNvSpPr>
            <a:spLocks noGrp="1"/>
          </p:cNvSpPr>
          <p:nvPr>
            <p:ph type="sldNum" sz="quarter" idx="5"/>
          </p:nvPr>
        </p:nvSpPr>
        <p:spPr/>
        <p:txBody>
          <a:bodyPr/>
          <a:lstStyle/>
          <a:p>
            <a:fld id="{F98229B3-8BA3-4647-8C53-2B34A121DEAD}" type="slidenum">
              <a:rPr lang="en-US" smtClean="0"/>
              <a:t>3</a:t>
            </a:fld>
            <a:endParaRPr lang="en-US"/>
          </a:p>
        </p:txBody>
      </p:sp>
    </p:spTree>
    <p:extLst>
      <p:ext uri="{BB962C8B-B14F-4D97-AF65-F5344CB8AC3E}">
        <p14:creationId xmlns:p14="http://schemas.microsoft.com/office/powerpoint/2010/main" val="3513891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8229B3-8BA3-4647-8C53-2B34A121DEAD}" type="slidenum">
              <a:rPr lang="en-US" smtClean="0"/>
              <a:t>5</a:t>
            </a:fld>
            <a:endParaRPr lang="en-US"/>
          </a:p>
        </p:txBody>
      </p:sp>
    </p:spTree>
    <p:extLst>
      <p:ext uri="{BB962C8B-B14F-4D97-AF65-F5344CB8AC3E}">
        <p14:creationId xmlns:p14="http://schemas.microsoft.com/office/powerpoint/2010/main" val="18917367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09016" y="459481"/>
            <a:ext cx="3178893" cy="1357473"/>
          </a:xfrm>
          <a:prstGeom prst="rect">
            <a:avLst/>
          </a:prstGeom>
        </p:spPr>
      </p:pic>
      <p:sp>
        <p:nvSpPr>
          <p:cNvPr id="2" name="Title 1"/>
          <p:cNvSpPr>
            <a:spLocks noGrp="1"/>
          </p:cNvSpPr>
          <p:nvPr>
            <p:ph type="ctrTitle" hasCustomPrompt="1"/>
          </p:nvPr>
        </p:nvSpPr>
        <p:spPr>
          <a:xfrm>
            <a:off x="3035300" y="4043088"/>
            <a:ext cx="8560955" cy="2305050"/>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2521776" y="3493564"/>
            <a:ext cx="1754297"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9793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09016" y="459481"/>
            <a:ext cx="3178893" cy="1357473"/>
          </a:xfrm>
          <a:prstGeom prst="rect">
            <a:avLst/>
          </a:prstGeom>
        </p:spPr>
      </p:pic>
      <p:sp>
        <p:nvSpPr>
          <p:cNvPr id="6" name="Title 1"/>
          <p:cNvSpPr>
            <a:spLocks noGrp="1"/>
          </p:cNvSpPr>
          <p:nvPr>
            <p:ph type="ctrTitle" hasCustomPrompt="1"/>
          </p:nvPr>
        </p:nvSpPr>
        <p:spPr>
          <a:xfrm>
            <a:off x="6458527" y="3102776"/>
            <a:ext cx="5396345" cy="3481198"/>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5946098" y="2667741"/>
            <a:ext cx="1754297"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534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6796737" y="586111"/>
            <a:ext cx="2626664" cy="1121656"/>
          </a:xfrm>
          <a:prstGeom prst="rect">
            <a:avLst/>
          </a:prstGeom>
        </p:spPr>
      </p:pic>
      <p:sp>
        <p:nvSpPr>
          <p:cNvPr id="6" name="Title 1"/>
          <p:cNvSpPr>
            <a:spLocks noGrp="1"/>
          </p:cNvSpPr>
          <p:nvPr>
            <p:ph type="ctrTitle" hasCustomPrompt="1"/>
          </p:nvPr>
        </p:nvSpPr>
        <p:spPr>
          <a:xfrm>
            <a:off x="6458528" y="3338945"/>
            <a:ext cx="5396345" cy="3186462"/>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6096000" y="2869785"/>
            <a:ext cx="1410475" cy="1341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p:cNvSpPr>
            <a:spLocks noGrp="1"/>
          </p:cNvSpPr>
          <p:nvPr>
            <p:ph type="pic" sz="quarter" idx="10"/>
          </p:nvPr>
        </p:nvSpPr>
        <p:spPr>
          <a:xfrm>
            <a:off x="0" y="0"/>
            <a:ext cx="6096000" cy="6858000"/>
          </a:xfrm>
        </p:spPr>
        <p:txBody>
          <a:bodyPr/>
          <a:lstStyle/>
          <a:p>
            <a:endParaRPr lang="en-US"/>
          </a:p>
        </p:txBody>
      </p:sp>
    </p:spTree>
    <p:extLst>
      <p:ext uri="{BB962C8B-B14F-4D97-AF65-F5344CB8AC3E}">
        <p14:creationId xmlns:p14="http://schemas.microsoft.com/office/powerpoint/2010/main" val="136304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0"/>
            <a:ext cx="4640580" cy="6858000"/>
          </a:xfrm>
        </p:spPr>
        <p:txBody>
          <a:bodyPr/>
          <a:lstStyle/>
          <a:p>
            <a:endParaRPr lang="en-US"/>
          </a:p>
        </p:txBody>
      </p:sp>
      <p:sp>
        <p:nvSpPr>
          <p:cNvPr id="6" name="Title 1"/>
          <p:cNvSpPr>
            <a:spLocks noGrp="1"/>
          </p:cNvSpPr>
          <p:nvPr>
            <p:ph type="title"/>
          </p:nvPr>
        </p:nvSpPr>
        <p:spPr>
          <a:xfrm>
            <a:off x="6054725" y="1889760"/>
            <a:ext cx="5483860" cy="833120"/>
          </a:xfrm>
        </p:spPr>
        <p:txBody>
          <a:bodyPr/>
          <a:lstStyle/>
          <a:p>
            <a:endParaRPr lang="en-US" dirty="0"/>
          </a:p>
        </p:txBody>
      </p:sp>
      <p:sp>
        <p:nvSpPr>
          <p:cNvPr id="8" name="Text Placeholder 8"/>
          <p:cNvSpPr>
            <a:spLocks noGrp="1"/>
          </p:cNvSpPr>
          <p:nvPr>
            <p:ph type="body" sz="quarter" idx="14"/>
          </p:nvPr>
        </p:nvSpPr>
        <p:spPr>
          <a:xfrm>
            <a:off x="6055360" y="3024493"/>
            <a:ext cx="5483225" cy="3345510"/>
          </a:xfrm>
        </p:spPr>
        <p:txBody>
          <a:bodyPr/>
          <a:lstStyle>
            <a:lvl1pPr marL="457200" marR="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lvl1p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lvl="0"/>
            <a:endParaRPr lang="lt-LT" dirty="0"/>
          </a:p>
          <a:p>
            <a:pPr lvl="0"/>
            <a:endParaRPr lang="lt-LT" dirty="0"/>
          </a:p>
        </p:txBody>
      </p:sp>
    </p:spTree>
    <p:extLst>
      <p:ext uri="{BB962C8B-B14F-4D97-AF65-F5344CB8AC3E}">
        <p14:creationId xmlns:p14="http://schemas.microsoft.com/office/powerpoint/2010/main" val="1167221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p:cNvSpPr>
            <a:spLocks noGrp="1"/>
          </p:cNvSpPr>
          <p:nvPr>
            <p:ph type="title"/>
          </p:nvPr>
        </p:nvSpPr>
        <p:spPr>
          <a:xfrm>
            <a:off x="838200" y="1186842"/>
            <a:ext cx="9053945" cy="1126868"/>
          </a:xfrm>
        </p:spPr>
        <p:txBody>
          <a:bodyPr/>
          <a:lstStyle/>
          <a:p>
            <a:r>
              <a:rPr lang="lt-LT" dirty="0" err="1"/>
              <a:t>Click</a:t>
            </a:r>
            <a:r>
              <a:rPr lang="lt-LT" dirty="0"/>
              <a:t> to </a:t>
            </a:r>
            <a:r>
              <a:rPr lang="lt-LT" dirty="0" err="1"/>
              <a:t>edit</a:t>
            </a:r>
            <a:r>
              <a:rPr lang="lt-LT" dirty="0"/>
              <a:t> </a:t>
            </a:r>
            <a:r>
              <a:rPr lang="lt-LT" dirty="0" err="1"/>
              <a:t>Master</a:t>
            </a:r>
            <a:r>
              <a:rPr lang="lt-LT" dirty="0"/>
              <a:t> </a:t>
            </a:r>
            <a:r>
              <a:rPr lang="lt-LT" dirty="0" err="1"/>
              <a:t>title</a:t>
            </a:r>
            <a:r>
              <a:rPr lang="lt-LT" dirty="0"/>
              <a:t> </a:t>
            </a:r>
            <a:r>
              <a:rPr lang="lt-LT" dirty="0" err="1"/>
              <a:t>style</a:t>
            </a:r>
            <a:endParaRPr lang="en-US" dirty="0"/>
          </a:p>
        </p:txBody>
      </p:sp>
      <p:sp>
        <p:nvSpPr>
          <p:cNvPr id="6" name="Text Placeholder 5"/>
          <p:cNvSpPr>
            <a:spLocks noGrp="1"/>
          </p:cNvSpPr>
          <p:nvPr>
            <p:ph type="body" sz="quarter" idx="12"/>
          </p:nvPr>
        </p:nvSpPr>
        <p:spPr>
          <a:xfrm>
            <a:off x="838200" y="2512405"/>
            <a:ext cx="9053945" cy="3597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Tree>
    <p:extLst>
      <p:ext uri="{BB962C8B-B14F-4D97-AF65-F5344CB8AC3E}">
        <p14:creationId xmlns:p14="http://schemas.microsoft.com/office/powerpoint/2010/main" val="1191197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nd text slide">
    <p:spTree>
      <p:nvGrpSpPr>
        <p:cNvPr id="1" name=""/>
        <p:cNvGrpSpPr/>
        <p:nvPr/>
      </p:nvGrpSpPr>
      <p:grpSpPr>
        <a:xfrm>
          <a:off x="0" y="0"/>
          <a:ext cx="0" cy="0"/>
          <a:chOff x="0" y="0"/>
          <a:chExt cx="0" cy="0"/>
        </a:xfrm>
      </p:grpSpPr>
      <p:sp>
        <p:nvSpPr>
          <p:cNvPr id="2" name="Title 1"/>
          <p:cNvSpPr>
            <a:spLocks noGrp="1"/>
          </p:cNvSpPr>
          <p:nvPr>
            <p:ph type="title"/>
          </p:nvPr>
        </p:nvSpPr>
        <p:spPr>
          <a:xfrm>
            <a:off x="4176591" y="1392063"/>
            <a:ext cx="6796209" cy="1216922"/>
          </a:xfrm>
        </p:spPr>
        <p:txBody>
          <a:bodyPr anchor="b"/>
          <a:lstStyle/>
          <a:p>
            <a:r>
              <a:rPr lang="en-US" dirty="0"/>
              <a:t>Click to edit Master title style</a:t>
            </a:r>
          </a:p>
        </p:txBody>
      </p:sp>
      <p:sp>
        <p:nvSpPr>
          <p:cNvPr id="10" name="Text Placeholder 9"/>
          <p:cNvSpPr>
            <a:spLocks noGrp="1"/>
          </p:cNvSpPr>
          <p:nvPr>
            <p:ph type="body" sz="quarter" idx="14"/>
          </p:nvPr>
        </p:nvSpPr>
        <p:spPr>
          <a:xfrm>
            <a:off x="4176568" y="2909455"/>
            <a:ext cx="6796088" cy="3178897"/>
          </a:xfrm>
        </p:spPr>
        <p:txBody>
          <a:bodyPr>
            <a:normAutofit/>
          </a:bodyPr>
          <a:lstStyle>
            <a:lvl1pPr>
              <a:defRPr sz="2000"/>
            </a:lvl1pPr>
          </a:lstStyle>
          <a:p>
            <a:pPr lvl="0"/>
            <a:r>
              <a:rPr lang="en-US" dirty="0"/>
              <a:t>Click to edit Master text styles</a:t>
            </a:r>
          </a:p>
        </p:txBody>
      </p:sp>
      <p:sp>
        <p:nvSpPr>
          <p:cNvPr id="8" name="Picture Placeholder 7"/>
          <p:cNvSpPr>
            <a:spLocks noGrp="1"/>
          </p:cNvSpPr>
          <p:nvPr>
            <p:ph type="pic" sz="quarter" idx="13"/>
          </p:nvPr>
        </p:nvSpPr>
        <p:spPr>
          <a:xfrm>
            <a:off x="0" y="7938"/>
            <a:ext cx="3035300" cy="6842125"/>
          </a:xfrm>
        </p:spPr>
        <p:txBody>
          <a:bodyPr/>
          <a:lstStyle/>
          <a:p>
            <a:endParaRPr lang="en-US"/>
          </a:p>
        </p:txBody>
      </p:sp>
    </p:spTree>
    <p:extLst>
      <p:ext uri="{BB962C8B-B14F-4D97-AF65-F5344CB8AC3E}">
        <p14:creationId xmlns:p14="http://schemas.microsoft.com/office/powerpoint/2010/main" val="926515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0163004" y="5852566"/>
            <a:ext cx="1104900" cy="495300"/>
          </a:xfrm>
          <a:prstGeom prst="rect">
            <a:avLst/>
          </a:prstGeom>
        </p:spPr>
      </p:pic>
      <p:sp>
        <p:nvSpPr>
          <p:cNvPr id="4"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5" name="Rectangle 4"/>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73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9943144" y="4727407"/>
            <a:ext cx="1943100" cy="1765468"/>
          </a:xfrm>
          <a:noFill/>
          <a:ln>
            <a:noFill/>
          </a:ln>
        </p:spPr>
        <p:txBody>
          <a:bodyPr anchor="b">
            <a:normAutofit/>
          </a:bodyPr>
          <a:lstStyle>
            <a:lvl1pPr algn="r">
              <a:defRPr sz="9600" b="1">
                <a:solidFill>
                  <a:schemeClr val="tx1"/>
                </a:solidFill>
                <a:latin typeface="GT Walsheim" charset="0"/>
                <a:ea typeface="GT Walsheim" charset="0"/>
                <a:cs typeface="GT Walsheim" charset="0"/>
              </a:defRPr>
            </a:lvl1pPr>
          </a:lstStyle>
          <a:p>
            <a:pPr lvl="0"/>
            <a:r>
              <a:rPr lang="en-US"/>
              <a:t>1</a:t>
            </a:r>
            <a:endParaRPr lang="en-US" dirty="0"/>
          </a:p>
        </p:txBody>
      </p:sp>
      <p:sp>
        <p:nvSpPr>
          <p:cNvPr id="5"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6" name="Rectangle 5"/>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552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3">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12192000" cy="6858000"/>
          </a:xfrm>
        </p:spPr>
        <p:txBody>
          <a:bodyPr/>
          <a:lstStyle/>
          <a:p>
            <a:endParaRPr lang="en-US" dirty="0"/>
          </a:p>
        </p:txBody>
      </p:sp>
      <p:sp>
        <p:nvSpPr>
          <p:cNvPr id="5"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6" name="Rectangle 5"/>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482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4517136" y="0"/>
            <a:ext cx="7674864" cy="6858000"/>
          </a:xfrm>
        </p:spPr>
        <p:txBody>
          <a:bodyPr/>
          <a:lstStyle/>
          <a:p>
            <a:endParaRPr lang="en-US"/>
          </a:p>
        </p:txBody>
      </p:sp>
      <p:sp>
        <p:nvSpPr>
          <p:cNvPr id="2" name="Title 1"/>
          <p:cNvSpPr>
            <a:spLocks noGrp="1"/>
          </p:cNvSpPr>
          <p:nvPr>
            <p:ph type="title"/>
          </p:nvPr>
        </p:nvSpPr>
        <p:spPr>
          <a:xfrm>
            <a:off x="417576" y="1314510"/>
            <a:ext cx="3576408" cy="1405621"/>
          </a:xfrm>
        </p:spPr>
        <p:txBody>
          <a:bodyPr/>
          <a:lstStyle/>
          <a:p>
            <a:r>
              <a:rPr lang="en-US" dirty="0"/>
              <a:t>Click to edit Master title style</a:t>
            </a:r>
          </a:p>
        </p:txBody>
      </p:sp>
      <p:sp>
        <p:nvSpPr>
          <p:cNvPr id="11" name="Text Placeholder 10"/>
          <p:cNvSpPr>
            <a:spLocks noGrp="1"/>
          </p:cNvSpPr>
          <p:nvPr>
            <p:ph type="body" sz="quarter" idx="14"/>
          </p:nvPr>
        </p:nvSpPr>
        <p:spPr>
          <a:xfrm>
            <a:off x="435864" y="3267940"/>
            <a:ext cx="3576408" cy="3144444"/>
          </a:xfrm>
        </p:spPr>
        <p:txBody>
          <a:bodyPr/>
          <a:lstStyle/>
          <a:p>
            <a:pPr lvl="0"/>
            <a:r>
              <a:rPr lang="en-US"/>
              <a:t>Click to edit Master text styles</a:t>
            </a:r>
          </a:p>
        </p:txBody>
      </p:sp>
    </p:spTree>
    <p:extLst>
      <p:ext uri="{BB962C8B-B14F-4D97-AF65-F5344CB8AC3E}">
        <p14:creationId xmlns:p14="http://schemas.microsoft.com/office/powerpoint/2010/main" val="1692359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atation">
    <p:spTree>
      <p:nvGrpSpPr>
        <p:cNvPr id="1" name=""/>
        <p:cNvGrpSpPr/>
        <p:nvPr/>
      </p:nvGrpSpPr>
      <p:grpSpPr>
        <a:xfrm>
          <a:off x="0" y="0"/>
          <a:ext cx="0" cy="0"/>
          <a:chOff x="0" y="0"/>
          <a:chExt cx="0" cy="0"/>
        </a:xfrm>
      </p:grpSpPr>
      <p:sp>
        <p:nvSpPr>
          <p:cNvPr id="5" name="Title 1"/>
          <p:cNvSpPr>
            <a:spLocks noGrp="1"/>
          </p:cNvSpPr>
          <p:nvPr>
            <p:ph type="title"/>
          </p:nvPr>
        </p:nvSpPr>
        <p:spPr>
          <a:xfrm>
            <a:off x="756227" y="755793"/>
            <a:ext cx="5332846" cy="3761509"/>
          </a:xfrm>
        </p:spPr>
        <p:txBody>
          <a:bodyPr/>
          <a:lstStyle/>
          <a:p>
            <a:r>
              <a:rPr lang="en-US"/>
              <a:t>Click to edit Master title style</a:t>
            </a:r>
          </a:p>
        </p:txBody>
      </p:sp>
      <p:sp>
        <p:nvSpPr>
          <p:cNvPr id="7" name="Text Placeholder 8"/>
          <p:cNvSpPr>
            <a:spLocks noGrp="1"/>
          </p:cNvSpPr>
          <p:nvPr>
            <p:ph type="body" sz="quarter" idx="13"/>
          </p:nvPr>
        </p:nvSpPr>
        <p:spPr>
          <a:xfrm>
            <a:off x="6490277" y="2636548"/>
            <a:ext cx="4918075" cy="3574618"/>
          </a:xfrm>
        </p:spPr>
        <p:txBody>
          <a:bodyPr/>
          <a:lstStyle/>
          <a:p>
            <a:pPr lvl="0"/>
            <a:r>
              <a:rPr lang="en-US" dirty="0"/>
              <a:t>Click to edit Master text styles</a:t>
            </a:r>
          </a:p>
        </p:txBody>
      </p:sp>
    </p:spTree>
    <p:extLst>
      <p:ext uri="{BB962C8B-B14F-4D97-AF65-F5344CB8AC3E}">
        <p14:creationId xmlns:p14="http://schemas.microsoft.com/office/powerpoint/2010/main" val="144411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Quatation 2">
    <p:spTree>
      <p:nvGrpSpPr>
        <p:cNvPr id="1" name=""/>
        <p:cNvGrpSpPr/>
        <p:nvPr/>
      </p:nvGrpSpPr>
      <p:grpSpPr>
        <a:xfrm>
          <a:off x="0" y="0"/>
          <a:ext cx="0" cy="0"/>
          <a:chOff x="0" y="0"/>
          <a:chExt cx="0" cy="0"/>
        </a:xfrm>
      </p:grpSpPr>
      <p:sp>
        <p:nvSpPr>
          <p:cNvPr id="2" name="Title 1"/>
          <p:cNvSpPr>
            <a:spLocks noGrp="1"/>
          </p:cNvSpPr>
          <p:nvPr>
            <p:ph type="title"/>
          </p:nvPr>
        </p:nvSpPr>
        <p:spPr>
          <a:xfrm>
            <a:off x="1936750" y="2093595"/>
            <a:ext cx="8318500" cy="2707005"/>
          </a:xfrm>
        </p:spPr>
        <p:txBody>
          <a:bodyPr anchor="ctr"/>
          <a:lstStyle>
            <a:lvl1pPr algn="ctr">
              <a:defRPr/>
            </a:lvl1pPr>
          </a:lstStyle>
          <a:p>
            <a:r>
              <a:rPr lang="en-US" dirty="0"/>
              <a:t>Click to edit Master title style</a:t>
            </a:r>
          </a:p>
        </p:txBody>
      </p:sp>
      <p:sp>
        <p:nvSpPr>
          <p:cNvPr id="8" name="Rectangle 7"/>
          <p:cNvSpPr/>
          <p:nvPr userDrawn="1"/>
        </p:nvSpPr>
        <p:spPr>
          <a:xfrm>
            <a:off x="0" y="0"/>
            <a:ext cx="3035300" cy="934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104275" y="172449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409039" y="5038690"/>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9279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 columns">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838201"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5" name="Text Placeholder 6"/>
          <p:cNvSpPr>
            <a:spLocks noGrp="1"/>
          </p:cNvSpPr>
          <p:nvPr>
            <p:ph type="body" sz="quarter" idx="11"/>
          </p:nvPr>
        </p:nvSpPr>
        <p:spPr>
          <a:xfrm>
            <a:off x="4499264"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6" name="Text Placeholder 6"/>
          <p:cNvSpPr>
            <a:spLocks noGrp="1"/>
          </p:cNvSpPr>
          <p:nvPr>
            <p:ph type="body" sz="quarter" idx="12"/>
          </p:nvPr>
        </p:nvSpPr>
        <p:spPr>
          <a:xfrm>
            <a:off x="8160327"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661924"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4302204"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7963267"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3"/>
          </p:nvPr>
        </p:nvSpPr>
        <p:spPr>
          <a:xfrm>
            <a:off x="0" y="0"/>
            <a:ext cx="12192000" cy="2276475"/>
          </a:xfrm>
        </p:spPr>
        <p:txBody>
          <a:bodyPr/>
          <a:lstStyle/>
          <a:p>
            <a:endParaRPr lang="en-US"/>
          </a:p>
        </p:txBody>
      </p:sp>
    </p:spTree>
    <p:extLst>
      <p:ext uri="{BB962C8B-B14F-4D97-AF65-F5344CB8AC3E}">
        <p14:creationId xmlns:p14="http://schemas.microsoft.com/office/powerpoint/2010/main" val="847814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s 2">
    <p:spTree>
      <p:nvGrpSpPr>
        <p:cNvPr id="1" name=""/>
        <p:cNvGrpSpPr/>
        <p:nvPr/>
      </p:nvGrpSpPr>
      <p:grpSpPr>
        <a:xfrm>
          <a:off x="0" y="0"/>
          <a:ext cx="0" cy="0"/>
          <a:chOff x="0" y="0"/>
          <a:chExt cx="0" cy="0"/>
        </a:xfrm>
      </p:grpSpPr>
      <p:sp>
        <p:nvSpPr>
          <p:cNvPr id="6" name="Text Placeholder 6"/>
          <p:cNvSpPr>
            <a:spLocks noGrp="1"/>
          </p:cNvSpPr>
          <p:nvPr>
            <p:ph type="body" sz="quarter" idx="13"/>
          </p:nvPr>
        </p:nvSpPr>
        <p:spPr>
          <a:xfrm>
            <a:off x="838201"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7" name="Text Placeholder 6"/>
          <p:cNvSpPr>
            <a:spLocks noGrp="1"/>
          </p:cNvSpPr>
          <p:nvPr>
            <p:ph type="body" sz="quarter" idx="14"/>
          </p:nvPr>
        </p:nvSpPr>
        <p:spPr>
          <a:xfrm>
            <a:off x="4499264"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8" name="Text Placeholder 6"/>
          <p:cNvSpPr>
            <a:spLocks noGrp="1"/>
          </p:cNvSpPr>
          <p:nvPr>
            <p:ph type="body" sz="quarter" idx="15"/>
          </p:nvPr>
        </p:nvSpPr>
        <p:spPr>
          <a:xfrm>
            <a:off x="8160327"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646302"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286582"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7947645"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0" y="0"/>
            <a:ext cx="3271520" cy="853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441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6" name="Text Placeholder 6"/>
          <p:cNvSpPr>
            <a:spLocks noGrp="1"/>
          </p:cNvSpPr>
          <p:nvPr>
            <p:ph type="body" sz="quarter" idx="13"/>
          </p:nvPr>
        </p:nvSpPr>
        <p:spPr>
          <a:xfrm>
            <a:off x="1004460" y="190745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791778" y="160484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6"/>
          <p:cNvSpPr>
            <a:spLocks noGrp="1"/>
          </p:cNvSpPr>
          <p:nvPr>
            <p:ph type="body" sz="quarter" idx="14"/>
          </p:nvPr>
        </p:nvSpPr>
        <p:spPr>
          <a:xfrm>
            <a:off x="1004460" y="428489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3" name="Rectangle 12"/>
          <p:cNvSpPr/>
          <p:nvPr userDrawn="1"/>
        </p:nvSpPr>
        <p:spPr>
          <a:xfrm>
            <a:off x="791778" y="398228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6"/>
          <p:cNvSpPr>
            <a:spLocks noGrp="1"/>
          </p:cNvSpPr>
          <p:nvPr>
            <p:ph type="body" sz="quarter" idx="15"/>
          </p:nvPr>
        </p:nvSpPr>
        <p:spPr>
          <a:xfrm>
            <a:off x="6889750" y="190745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5" name="Rectangle 14"/>
          <p:cNvSpPr/>
          <p:nvPr userDrawn="1"/>
        </p:nvSpPr>
        <p:spPr>
          <a:xfrm>
            <a:off x="6677068" y="160484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6"/>
          <p:cNvSpPr>
            <a:spLocks noGrp="1"/>
          </p:cNvSpPr>
          <p:nvPr>
            <p:ph type="body" sz="quarter" idx="16"/>
          </p:nvPr>
        </p:nvSpPr>
        <p:spPr>
          <a:xfrm>
            <a:off x="6889750" y="428489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7" name="Rectangle 16"/>
          <p:cNvSpPr/>
          <p:nvPr userDrawn="1"/>
        </p:nvSpPr>
        <p:spPr>
          <a:xfrm>
            <a:off x="6677068" y="398228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320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hart Placeholder 3"/>
          <p:cNvSpPr>
            <a:spLocks noGrp="1"/>
          </p:cNvSpPr>
          <p:nvPr>
            <p:ph type="chart" sz="quarter" idx="10"/>
          </p:nvPr>
        </p:nvSpPr>
        <p:spPr>
          <a:xfrm>
            <a:off x="838200" y="2156460"/>
            <a:ext cx="5010150" cy="3956050"/>
          </a:xfrm>
        </p:spPr>
        <p:txBody>
          <a:bodyPr/>
          <a:lstStyle/>
          <a:p>
            <a:endParaRPr lang="en-US"/>
          </a:p>
        </p:txBody>
      </p:sp>
      <p:sp>
        <p:nvSpPr>
          <p:cNvPr id="5" name="Chart Placeholder 3"/>
          <p:cNvSpPr>
            <a:spLocks noGrp="1"/>
          </p:cNvSpPr>
          <p:nvPr>
            <p:ph type="chart" sz="quarter" idx="11"/>
          </p:nvPr>
        </p:nvSpPr>
        <p:spPr>
          <a:xfrm>
            <a:off x="6172511" y="2156460"/>
            <a:ext cx="5010150" cy="3956050"/>
          </a:xfrm>
        </p:spPr>
        <p:txBody>
          <a:bodyPr/>
          <a:lstStyle/>
          <a:p>
            <a:endParaRPr lang="en-US"/>
          </a:p>
        </p:txBody>
      </p:sp>
    </p:spTree>
    <p:extLst>
      <p:ext uri="{BB962C8B-B14F-4D97-AF65-F5344CB8AC3E}">
        <p14:creationId xmlns:p14="http://schemas.microsoft.com/office/powerpoint/2010/main" val="1520596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Chart Placeholder 5"/>
          <p:cNvSpPr>
            <a:spLocks noGrp="1"/>
          </p:cNvSpPr>
          <p:nvPr>
            <p:ph type="chart" sz="quarter" idx="10"/>
          </p:nvPr>
        </p:nvSpPr>
        <p:spPr>
          <a:xfrm>
            <a:off x="838200" y="2156460"/>
            <a:ext cx="9561513" cy="4019550"/>
          </a:xfrm>
        </p:spPr>
        <p:txBody>
          <a:bodyPr/>
          <a:lstStyle/>
          <a:p>
            <a:endParaRPr lang="en-US"/>
          </a:p>
        </p:txBody>
      </p:sp>
    </p:spTree>
    <p:extLst>
      <p:ext uri="{BB962C8B-B14F-4D97-AF65-F5344CB8AC3E}">
        <p14:creationId xmlns:p14="http://schemas.microsoft.com/office/powerpoint/2010/main" val="15115344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ru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martArt Placeholder 3"/>
          <p:cNvSpPr>
            <a:spLocks noGrp="1"/>
          </p:cNvSpPr>
          <p:nvPr>
            <p:ph type="dgm" sz="quarter" idx="10"/>
          </p:nvPr>
        </p:nvSpPr>
        <p:spPr>
          <a:xfrm>
            <a:off x="838200" y="2041525"/>
            <a:ext cx="8929688" cy="4068763"/>
          </a:xfrm>
        </p:spPr>
        <p:txBody>
          <a:bodyPr/>
          <a:lstStyle/>
          <a:p>
            <a:endParaRPr lang="en-US"/>
          </a:p>
        </p:txBody>
      </p:sp>
    </p:spTree>
    <p:extLst>
      <p:ext uri="{BB962C8B-B14F-4D97-AF65-F5344CB8AC3E}">
        <p14:creationId xmlns:p14="http://schemas.microsoft.com/office/powerpoint/2010/main" val="952908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able Placeholder 5"/>
          <p:cNvSpPr>
            <a:spLocks noGrp="1"/>
          </p:cNvSpPr>
          <p:nvPr>
            <p:ph type="tbl" sz="quarter" idx="10"/>
          </p:nvPr>
        </p:nvSpPr>
        <p:spPr>
          <a:xfrm>
            <a:off x="838200" y="2041525"/>
            <a:ext cx="8929688" cy="4159250"/>
          </a:xfrm>
        </p:spPr>
        <p:txBody>
          <a:bodyPr/>
          <a:lstStyle/>
          <a:p>
            <a:endParaRPr lang="en-US"/>
          </a:p>
        </p:txBody>
      </p:sp>
    </p:spTree>
    <p:extLst>
      <p:ext uri="{BB962C8B-B14F-4D97-AF65-F5344CB8AC3E}">
        <p14:creationId xmlns:p14="http://schemas.microsoft.com/office/powerpoint/2010/main" val="13122076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ictur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0"/>
            <a:ext cx="12192000" cy="6858000"/>
          </a:xfrm>
        </p:spPr>
        <p:txBody>
          <a:bodyPr/>
          <a:lstStyle/>
          <a:p>
            <a:endParaRPr lang="en-US"/>
          </a:p>
        </p:txBody>
      </p:sp>
    </p:spTree>
    <p:extLst>
      <p:ext uri="{BB962C8B-B14F-4D97-AF65-F5344CB8AC3E}">
        <p14:creationId xmlns:p14="http://schemas.microsoft.com/office/powerpoint/2010/main" val="357432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icture collag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6096000" cy="6850063"/>
          </a:xfrm>
        </p:spPr>
        <p:txBody>
          <a:bodyPr/>
          <a:lstStyle/>
          <a:p>
            <a:endParaRPr lang="en-US"/>
          </a:p>
        </p:txBody>
      </p:sp>
      <p:sp>
        <p:nvSpPr>
          <p:cNvPr id="9" name="Picture Placeholder 8"/>
          <p:cNvSpPr>
            <a:spLocks noGrp="1"/>
          </p:cNvSpPr>
          <p:nvPr>
            <p:ph type="pic" sz="quarter" idx="11"/>
          </p:nvPr>
        </p:nvSpPr>
        <p:spPr>
          <a:xfrm>
            <a:off x="6096000" y="2276475"/>
            <a:ext cx="6096000" cy="4573588"/>
          </a:xfrm>
        </p:spPr>
        <p:txBody>
          <a:bodyPr/>
          <a:lstStyle/>
          <a:p>
            <a:endParaRPr lang="en-US"/>
          </a:p>
        </p:txBody>
      </p:sp>
      <p:sp>
        <p:nvSpPr>
          <p:cNvPr id="11" name="Picture Placeholder 10"/>
          <p:cNvSpPr>
            <a:spLocks noGrp="1"/>
          </p:cNvSpPr>
          <p:nvPr>
            <p:ph type="pic" sz="quarter" idx="12"/>
          </p:nvPr>
        </p:nvSpPr>
        <p:spPr>
          <a:xfrm>
            <a:off x="6096000" y="0"/>
            <a:ext cx="6096000" cy="2276475"/>
          </a:xfrm>
        </p:spPr>
        <p:txBody>
          <a:bodyPr/>
          <a:lstStyle/>
          <a:p>
            <a:endParaRPr lang="en-US"/>
          </a:p>
        </p:txBody>
      </p:sp>
    </p:spTree>
    <p:extLst>
      <p:ext uri="{BB962C8B-B14F-4D97-AF65-F5344CB8AC3E}">
        <p14:creationId xmlns:p14="http://schemas.microsoft.com/office/powerpoint/2010/main" val="1884147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collage">
    <p:spTree>
      <p:nvGrpSpPr>
        <p:cNvPr id="1" name=""/>
        <p:cNvGrpSpPr/>
        <p:nvPr/>
      </p:nvGrpSpPr>
      <p:grpSpPr>
        <a:xfrm>
          <a:off x="0" y="0"/>
          <a:ext cx="0" cy="0"/>
          <a:chOff x="0" y="0"/>
          <a:chExt cx="0" cy="0"/>
        </a:xfrm>
      </p:grpSpPr>
      <p:sp>
        <p:nvSpPr>
          <p:cNvPr id="6" name="Picture Placeholder 6"/>
          <p:cNvSpPr>
            <a:spLocks noGrp="1"/>
          </p:cNvSpPr>
          <p:nvPr>
            <p:ph type="pic" sz="quarter" idx="10"/>
          </p:nvPr>
        </p:nvSpPr>
        <p:spPr>
          <a:xfrm>
            <a:off x="0" y="0"/>
            <a:ext cx="6096000" cy="6850063"/>
          </a:xfrm>
        </p:spPr>
        <p:txBody>
          <a:bodyPr/>
          <a:lstStyle/>
          <a:p>
            <a:endParaRPr lang="en-US"/>
          </a:p>
        </p:txBody>
      </p:sp>
      <p:sp>
        <p:nvSpPr>
          <p:cNvPr id="7" name="Picture Placeholder 8"/>
          <p:cNvSpPr>
            <a:spLocks noGrp="1"/>
          </p:cNvSpPr>
          <p:nvPr>
            <p:ph type="pic" sz="quarter" idx="11"/>
          </p:nvPr>
        </p:nvSpPr>
        <p:spPr>
          <a:xfrm>
            <a:off x="6096000" y="2276475"/>
            <a:ext cx="6096000" cy="4573588"/>
          </a:xfrm>
        </p:spPr>
        <p:txBody>
          <a:bodyPr/>
          <a:lstStyle/>
          <a:p>
            <a:endParaRPr lang="en-US"/>
          </a:p>
        </p:txBody>
      </p:sp>
      <p:sp>
        <p:nvSpPr>
          <p:cNvPr id="10" name="Text Placeholder 9"/>
          <p:cNvSpPr>
            <a:spLocks noGrp="1"/>
          </p:cNvSpPr>
          <p:nvPr>
            <p:ph type="body" sz="quarter" idx="12"/>
          </p:nvPr>
        </p:nvSpPr>
        <p:spPr>
          <a:xfrm>
            <a:off x="6423660" y="320041"/>
            <a:ext cx="5394960" cy="1691640"/>
          </a:xfrm>
        </p:spPr>
        <p:txBody>
          <a:bodyPr/>
          <a:lstStyle/>
          <a:p>
            <a:pPr lvl="0"/>
            <a:r>
              <a:rPr lang="en-US" dirty="0"/>
              <a:t>Click to edit Master text styles</a:t>
            </a:r>
          </a:p>
        </p:txBody>
      </p:sp>
    </p:spTree>
    <p:extLst>
      <p:ext uri="{BB962C8B-B14F-4D97-AF65-F5344CB8AC3E}">
        <p14:creationId xmlns:p14="http://schemas.microsoft.com/office/powerpoint/2010/main" val="13172287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acts">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496455" y="599441"/>
            <a:ext cx="2721271" cy="1162056"/>
          </a:xfrm>
          <a:prstGeom prst="rect">
            <a:avLst/>
          </a:prstGeom>
        </p:spPr>
      </p:pic>
      <p:sp>
        <p:nvSpPr>
          <p:cNvPr id="8" name="Text Placeholder 7"/>
          <p:cNvSpPr>
            <a:spLocks noGrp="1"/>
          </p:cNvSpPr>
          <p:nvPr>
            <p:ph type="body" sz="quarter" idx="10"/>
          </p:nvPr>
        </p:nvSpPr>
        <p:spPr>
          <a:xfrm>
            <a:off x="6389255" y="4279271"/>
            <a:ext cx="5394325" cy="2033905"/>
          </a:xfrm>
        </p:spPr>
        <p:txBody>
          <a:bodyPr/>
          <a:lstStyle/>
          <a:p>
            <a:pPr lvl="0"/>
            <a:r>
              <a:rPr lang="en-US" dirty="0"/>
              <a:t>Click to edit Master text styles</a:t>
            </a:r>
          </a:p>
        </p:txBody>
      </p:sp>
      <p:sp>
        <p:nvSpPr>
          <p:cNvPr id="10" name="Title 1"/>
          <p:cNvSpPr>
            <a:spLocks noGrp="1"/>
          </p:cNvSpPr>
          <p:nvPr>
            <p:ph type="ctrTitle"/>
          </p:nvPr>
        </p:nvSpPr>
        <p:spPr>
          <a:xfrm>
            <a:off x="6389255" y="3221287"/>
            <a:ext cx="5396345" cy="833120"/>
          </a:xfrm>
        </p:spPr>
        <p:txBody>
          <a:bodyPr anchor="b">
            <a:normAutofit/>
          </a:bodyPr>
          <a:lstStyle>
            <a:lvl1pPr algn="l">
              <a:defRPr sz="5400"/>
            </a:lvl1pPr>
          </a:lstStyle>
          <a:p>
            <a:endParaRPr lang="en-US" dirty="0"/>
          </a:p>
        </p:txBody>
      </p:sp>
      <p:sp>
        <p:nvSpPr>
          <p:cNvPr id="12" name="Rectangle 11"/>
          <p:cNvSpPr/>
          <p:nvPr userDrawn="1"/>
        </p:nvSpPr>
        <p:spPr>
          <a:xfrm>
            <a:off x="5849598" y="2855328"/>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260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483671" y="449990"/>
            <a:ext cx="3197723" cy="1365514"/>
          </a:xfrm>
          <a:prstGeom prst="rect">
            <a:avLst/>
          </a:prstGeom>
        </p:spPr>
      </p:pic>
      <p:sp>
        <p:nvSpPr>
          <p:cNvPr id="2" name="Title 1"/>
          <p:cNvSpPr>
            <a:spLocks noGrp="1"/>
          </p:cNvSpPr>
          <p:nvPr>
            <p:ph type="ctrTitle" hasCustomPrompt="1"/>
          </p:nvPr>
        </p:nvSpPr>
        <p:spPr>
          <a:xfrm>
            <a:off x="3035300" y="4043088"/>
            <a:ext cx="8560955" cy="2305050"/>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2521776" y="3493564"/>
            <a:ext cx="1754297"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946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483671" y="449990"/>
            <a:ext cx="3197723" cy="1365514"/>
          </a:xfrm>
          <a:prstGeom prst="rect">
            <a:avLst/>
          </a:prstGeom>
        </p:spPr>
      </p:pic>
      <p:sp>
        <p:nvSpPr>
          <p:cNvPr id="6" name="Title 1"/>
          <p:cNvSpPr>
            <a:spLocks noGrp="1"/>
          </p:cNvSpPr>
          <p:nvPr>
            <p:ph type="ctrTitle" hasCustomPrompt="1"/>
          </p:nvPr>
        </p:nvSpPr>
        <p:spPr>
          <a:xfrm>
            <a:off x="6458527" y="3102776"/>
            <a:ext cx="5396345" cy="3481198"/>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5946098" y="2667741"/>
            <a:ext cx="1754297"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9470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6796736" y="586112"/>
            <a:ext cx="2602159" cy="1111192"/>
          </a:xfrm>
          <a:prstGeom prst="rect">
            <a:avLst/>
          </a:prstGeom>
        </p:spPr>
      </p:pic>
      <p:sp>
        <p:nvSpPr>
          <p:cNvPr id="6" name="Title 1"/>
          <p:cNvSpPr>
            <a:spLocks noGrp="1"/>
          </p:cNvSpPr>
          <p:nvPr>
            <p:ph type="ctrTitle" hasCustomPrompt="1"/>
          </p:nvPr>
        </p:nvSpPr>
        <p:spPr>
          <a:xfrm>
            <a:off x="6458528" y="3338945"/>
            <a:ext cx="5396345" cy="3186462"/>
          </a:xfrm>
        </p:spPr>
        <p:txBody>
          <a:bodyPr anchor="t">
            <a:normAutofit/>
          </a:bodyPr>
          <a:lstStyle>
            <a:lvl1pPr algn="l">
              <a:defRPr sz="5400"/>
            </a:lvl1pPr>
          </a:lstStyle>
          <a:p>
            <a:r>
              <a:rPr lang="en-US" dirty="0"/>
              <a:t>CLICK TO EDIT MASTER TITLE STYLE</a:t>
            </a:r>
          </a:p>
        </p:txBody>
      </p:sp>
      <p:sp>
        <p:nvSpPr>
          <p:cNvPr id="7" name="Rectangle 6"/>
          <p:cNvSpPr/>
          <p:nvPr userDrawn="1"/>
        </p:nvSpPr>
        <p:spPr>
          <a:xfrm>
            <a:off x="6096000" y="2869785"/>
            <a:ext cx="1410475" cy="1341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p:cNvSpPr>
            <a:spLocks noGrp="1"/>
          </p:cNvSpPr>
          <p:nvPr>
            <p:ph type="pic" sz="quarter" idx="10"/>
          </p:nvPr>
        </p:nvSpPr>
        <p:spPr>
          <a:xfrm>
            <a:off x="0" y="0"/>
            <a:ext cx="6096000" cy="6858000"/>
          </a:xfrm>
        </p:spPr>
        <p:txBody>
          <a:bodyPr/>
          <a:lstStyle/>
          <a:p>
            <a:endParaRPr lang="en-US"/>
          </a:p>
        </p:txBody>
      </p:sp>
    </p:spTree>
    <p:extLst>
      <p:ext uri="{BB962C8B-B14F-4D97-AF65-F5344CB8AC3E}">
        <p14:creationId xmlns:p14="http://schemas.microsoft.com/office/powerpoint/2010/main" val="14423587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0"/>
            <a:ext cx="4640580" cy="6858000"/>
          </a:xfrm>
        </p:spPr>
        <p:txBody>
          <a:bodyPr/>
          <a:lstStyle/>
          <a:p>
            <a:endParaRPr lang="en-US"/>
          </a:p>
        </p:txBody>
      </p:sp>
      <p:sp>
        <p:nvSpPr>
          <p:cNvPr id="6" name="Title 1"/>
          <p:cNvSpPr>
            <a:spLocks noGrp="1"/>
          </p:cNvSpPr>
          <p:nvPr>
            <p:ph type="title"/>
          </p:nvPr>
        </p:nvSpPr>
        <p:spPr>
          <a:xfrm>
            <a:off x="6054725" y="1889760"/>
            <a:ext cx="5483860" cy="833120"/>
          </a:xfrm>
        </p:spPr>
        <p:txBody>
          <a:bodyPr/>
          <a:lstStyle/>
          <a:p>
            <a:endParaRPr lang="en-US" dirty="0"/>
          </a:p>
        </p:txBody>
      </p:sp>
      <p:sp>
        <p:nvSpPr>
          <p:cNvPr id="8" name="Text Placeholder 8"/>
          <p:cNvSpPr>
            <a:spLocks noGrp="1"/>
          </p:cNvSpPr>
          <p:nvPr>
            <p:ph type="body" sz="quarter" idx="14"/>
          </p:nvPr>
        </p:nvSpPr>
        <p:spPr>
          <a:xfrm>
            <a:off x="6055360" y="3024493"/>
            <a:ext cx="5483225" cy="3345510"/>
          </a:xfrm>
        </p:spPr>
        <p:txBody>
          <a:bodyPr/>
          <a:lstStyle>
            <a:lvl1pPr marL="457200" marR="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lvl1p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marL="457200" marR="0" lvl="0" indent="-457200" algn="l" defTabSz="914400" rtl="0" eaLnBrk="1" fontAlgn="auto" latinLnBrk="0" hangingPunct="1">
              <a:lnSpc>
                <a:spcPct val="90000"/>
              </a:lnSpc>
              <a:spcBef>
                <a:spcPts val="1000"/>
              </a:spcBef>
              <a:spcAft>
                <a:spcPts val="0"/>
              </a:spcAft>
              <a:buClr>
                <a:schemeClr val="tx1"/>
              </a:buClr>
              <a:buSzPct val="108000"/>
              <a:buFont typeface="+mj-lt"/>
              <a:buAutoNum type="arabicPeriod"/>
              <a:tabLst/>
              <a:defRPr/>
            </a:pPr>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a:p>
            <a:pPr lvl="0"/>
            <a:endParaRPr lang="lt-LT" dirty="0"/>
          </a:p>
          <a:p>
            <a:pPr lvl="0"/>
            <a:endParaRPr lang="lt-LT" dirty="0"/>
          </a:p>
        </p:txBody>
      </p:sp>
    </p:spTree>
    <p:extLst>
      <p:ext uri="{BB962C8B-B14F-4D97-AF65-F5344CB8AC3E}">
        <p14:creationId xmlns:p14="http://schemas.microsoft.com/office/powerpoint/2010/main" val="2088184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p:cNvSpPr>
            <a:spLocks noGrp="1"/>
          </p:cNvSpPr>
          <p:nvPr>
            <p:ph type="title"/>
          </p:nvPr>
        </p:nvSpPr>
        <p:spPr>
          <a:xfrm>
            <a:off x="838200" y="1186842"/>
            <a:ext cx="9053945" cy="1126868"/>
          </a:xfrm>
        </p:spPr>
        <p:txBody>
          <a:bodyPr/>
          <a:lstStyle/>
          <a:p>
            <a:r>
              <a:rPr lang="lt-LT" dirty="0" err="1"/>
              <a:t>Click</a:t>
            </a:r>
            <a:r>
              <a:rPr lang="lt-LT" dirty="0"/>
              <a:t> to </a:t>
            </a:r>
            <a:r>
              <a:rPr lang="lt-LT" dirty="0" err="1"/>
              <a:t>edit</a:t>
            </a:r>
            <a:r>
              <a:rPr lang="lt-LT" dirty="0"/>
              <a:t> </a:t>
            </a:r>
            <a:r>
              <a:rPr lang="lt-LT" dirty="0" err="1"/>
              <a:t>Master</a:t>
            </a:r>
            <a:r>
              <a:rPr lang="lt-LT" dirty="0"/>
              <a:t> </a:t>
            </a:r>
            <a:r>
              <a:rPr lang="lt-LT" dirty="0" err="1"/>
              <a:t>title</a:t>
            </a:r>
            <a:r>
              <a:rPr lang="lt-LT" dirty="0"/>
              <a:t> </a:t>
            </a:r>
            <a:r>
              <a:rPr lang="lt-LT" dirty="0" err="1"/>
              <a:t>style</a:t>
            </a:r>
            <a:endParaRPr lang="en-US" dirty="0"/>
          </a:p>
        </p:txBody>
      </p:sp>
      <p:sp>
        <p:nvSpPr>
          <p:cNvPr id="6" name="Text Placeholder 5"/>
          <p:cNvSpPr>
            <a:spLocks noGrp="1"/>
          </p:cNvSpPr>
          <p:nvPr>
            <p:ph type="body" sz="quarter" idx="12"/>
          </p:nvPr>
        </p:nvSpPr>
        <p:spPr>
          <a:xfrm>
            <a:off x="838200" y="2512405"/>
            <a:ext cx="9053945" cy="3597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Tree>
    <p:extLst>
      <p:ext uri="{BB962C8B-B14F-4D97-AF65-F5344CB8AC3E}">
        <p14:creationId xmlns:p14="http://schemas.microsoft.com/office/powerpoint/2010/main" val="9334997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4176591" y="1392063"/>
            <a:ext cx="6796209" cy="1216922"/>
          </a:xfrm>
        </p:spPr>
        <p:txBody>
          <a:bodyPr anchor="b"/>
          <a:lstStyle/>
          <a:p>
            <a:r>
              <a:rPr lang="en-US" dirty="0"/>
              <a:t>Click to edit Master title style</a:t>
            </a:r>
          </a:p>
        </p:txBody>
      </p:sp>
      <p:sp>
        <p:nvSpPr>
          <p:cNvPr id="10" name="Text Placeholder 9"/>
          <p:cNvSpPr>
            <a:spLocks noGrp="1"/>
          </p:cNvSpPr>
          <p:nvPr>
            <p:ph type="body" sz="quarter" idx="14"/>
          </p:nvPr>
        </p:nvSpPr>
        <p:spPr>
          <a:xfrm>
            <a:off x="4176568" y="2909455"/>
            <a:ext cx="6796088" cy="3178897"/>
          </a:xfrm>
        </p:spPr>
        <p:txBody>
          <a:bodyPr>
            <a:normAutofit/>
          </a:bodyPr>
          <a:lstStyle>
            <a:lvl1pPr>
              <a:defRPr sz="2000"/>
            </a:lvl1pPr>
          </a:lstStyle>
          <a:p>
            <a:pPr lvl="0"/>
            <a:r>
              <a:rPr lang="en-US" dirty="0"/>
              <a:t>Click to edit Master text styles</a:t>
            </a:r>
          </a:p>
        </p:txBody>
      </p:sp>
      <p:sp>
        <p:nvSpPr>
          <p:cNvPr id="8" name="Picture Placeholder 7"/>
          <p:cNvSpPr>
            <a:spLocks noGrp="1"/>
          </p:cNvSpPr>
          <p:nvPr>
            <p:ph type="pic" sz="quarter" idx="13"/>
          </p:nvPr>
        </p:nvSpPr>
        <p:spPr>
          <a:xfrm>
            <a:off x="0" y="7938"/>
            <a:ext cx="3035300" cy="6842125"/>
          </a:xfrm>
        </p:spPr>
        <p:txBody>
          <a:bodyPr/>
          <a:lstStyle/>
          <a:p>
            <a:endParaRPr lang="en-US"/>
          </a:p>
        </p:txBody>
      </p:sp>
    </p:spTree>
    <p:extLst>
      <p:ext uri="{BB962C8B-B14F-4D97-AF65-F5344CB8AC3E}">
        <p14:creationId xmlns:p14="http://schemas.microsoft.com/office/powerpoint/2010/main" val="16475089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0163004" y="5893918"/>
            <a:ext cx="1104900" cy="495300"/>
          </a:xfrm>
          <a:prstGeom prst="rect">
            <a:avLst/>
          </a:prstGeom>
        </p:spPr>
      </p:pic>
      <p:sp>
        <p:nvSpPr>
          <p:cNvPr id="4"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5" name="Rectangle 4"/>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67182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Section Header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9943144" y="4727407"/>
            <a:ext cx="1943100" cy="1765468"/>
          </a:xfrm>
          <a:noFill/>
          <a:ln>
            <a:noFill/>
          </a:ln>
        </p:spPr>
        <p:txBody>
          <a:bodyPr anchor="b">
            <a:normAutofit/>
          </a:bodyPr>
          <a:lstStyle>
            <a:lvl1pPr algn="r">
              <a:defRPr sz="9600" b="1">
                <a:solidFill>
                  <a:schemeClr val="tx1"/>
                </a:solidFill>
                <a:latin typeface="GT Walsheim" charset="0"/>
                <a:ea typeface="GT Walsheim" charset="0"/>
                <a:cs typeface="GT Walsheim" charset="0"/>
              </a:defRPr>
            </a:lvl1pPr>
          </a:lstStyle>
          <a:p>
            <a:pPr lvl="0"/>
            <a:r>
              <a:rPr lang="en-US"/>
              <a:t>1</a:t>
            </a:r>
            <a:endParaRPr lang="en-US" dirty="0"/>
          </a:p>
        </p:txBody>
      </p:sp>
      <p:sp>
        <p:nvSpPr>
          <p:cNvPr id="5"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6" name="Rectangle 5"/>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84089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3">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12192000" cy="6858000"/>
          </a:xfrm>
        </p:spPr>
        <p:txBody>
          <a:bodyPr/>
          <a:lstStyle/>
          <a:p>
            <a:endParaRPr lang="en-US" dirty="0"/>
          </a:p>
        </p:txBody>
      </p:sp>
      <p:sp>
        <p:nvSpPr>
          <p:cNvPr id="7" name="Title 1"/>
          <p:cNvSpPr>
            <a:spLocks noGrp="1"/>
          </p:cNvSpPr>
          <p:nvPr>
            <p:ph type="title" hasCustomPrompt="1"/>
          </p:nvPr>
        </p:nvSpPr>
        <p:spPr>
          <a:xfrm>
            <a:off x="1105870" y="1003148"/>
            <a:ext cx="5031696" cy="3657600"/>
          </a:xfrm>
        </p:spPr>
        <p:txBody>
          <a:bodyPr anchor="t">
            <a:normAutofit/>
          </a:bodyPr>
          <a:lstStyle>
            <a:lvl1pPr>
              <a:defRPr sz="5400"/>
            </a:lvl1pPr>
          </a:lstStyle>
          <a:p>
            <a:r>
              <a:rPr lang="en-US" dirty="0"/>
              <a:t>CLICK TO EDIT MASTER TITLE STYLE</a:t>
            </a:r>
          </a:p>
        </p:txBody>
      </p:sp>
      <p:sp>
        <p:nvSpPr>
          <p:cNvPr id="8" name="Rectangle 7"/>
          <p:cNvSpPr/>
          <p:nvPr userDrawn="1"/>
        </p:nvSpPr>
        <p:spPr>
          <a:xfrm>
            <a:off x="576213" y="57336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608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4517136" y="0"/>
            <a:ext cx="7674864" cy="6858000"/>
          </a:xfrm>
        </p:spPr>
        <p:txBody>
          <a:bodyPr/>
          <a:lstStyle/>
          <a:p>
            <a:endParaRPr lang="en-US"/>
          </a:p>
        </p:txBody>
      </p:sp>
      <p:sp>
        <p:nvSpPr>
          <p:cNvPr id="2" name="Title 1"/>
          <p:cNvSpPr>
            <a:spLocks noGrp="1"/>
          </p:cNvSpPr>
          <p:nvPr>
            <p:ph type="title"/>
          </p:nvPr>
        </p:nvSpPr>
        <p:spPr>
          <a:xfrm>
            <a:off x="417576" y="1314510"/>
            <a:ext cx="3576408" cy="1405621"/>
          </a:xfrm>
        </p:spPr>
        <p:txBody>
          <a:bodyPr/>
          <a:lstStyle/>
          <a:p>
            <a:r>
              <a:rPr lang="en-US" dirty="0"/>
              <a:t>Click to edit Master title style</a:t>
            </a:r>
          </a:p>
        </p:txBody>
      </p:sp>
      <p:sp>
        <p:nvSpPr>
          <p:cNvPr id="11" name="Text Placeholder 10"/>
          <p:cNvSpPr>
            <a:spLocks noGrp="1"/>
          </p:cNvSpPr>
          <p:nvPr>
            <p:ph type="body" sz="quarter" idx="14"/>
          </p:nvPr>
        </p:nvSpPr>
        <p:spPr>
          <a:xfrm>
            <a:off x="435864" y="3267940"/>
            <a:ext cx="3576408" cy="3144444"/>
          </a:xfrm>
        </p:spPr>
        <p:txBody>
          <a:bodyPr/>
          <a:lstStyle/>
          <a:p>
            <a:pPr lvl="0"/>
            <a:r>
              <a:rPr lang="en-US"/>
              <a:t>Click to edit Master text styles</a:t>
            </a:r>
          </a:p>
        </p:txBody>
      </p:sp>
    </p:spTree>
    <p:extLst>
      <p:ext uri="{BB962C8B-B14F-4D97-AF65-F5344CB8AC3E}">
        <p14:creationId xmlns:p14="http://schemas.microsoft.com/office/powerpoint/2010/main" val="21250508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tation">
    <p:spTree>
      <p:nvGrpSpPr>
        <p:cNvPr id="1" name=""/>
        <p:cNvGrpSpPr/>
        <p:nvPr/>
      </p:nvGrpSpPr>
      <p:grpSpPr>
        <a:xfrm>
          <a:off x="0" y="0"/>
          <a:ext cx="0" cy="0"/>
          <a:chOff x="0" y="0"/>
          <a:chExt cx="0" cy="0"/>
        </a:xfrm>
      </p:grpSpPr>
      <p:sp>
        <p:nvSpPr>
          <p:cNvPr id="5" name="Title 1"/>
          <p:cNvSpPr>
            <a:spLocks noGrp="1"/>
          </p:cNvSpPr>
          <p:nvPr>
            <p:ph type="title"/>
          </p:nvPr>
        </p:nvSpPr>
        <p:spPr>
          <a:xfrm>
            <a:off x="756227" y="755793"/>
            <a:ext cx="5332846" cy="3761509"/>
          </a:xfrm>
        </p:spPr>
        <p:txBody>
          <a:bodyPr/>
          <a:lstStyle/>
          <a:p>
            <a:r>
              <a:rPr lang="en-US"/>
              <a:t>Click to edit Master title style</a:t>
            </a:r>
          </a:p>
        </p:txBody>
      </p:sp>
      <p:sp>
        <p:nvSpPr>
          <p:cNvPr id="7" name="Text Placeholder 8"/>
          <p:cNvSpPr>
            <a:spLocks noGrp="1"/>
          </p:cNvSpPr>
          <p:nvPr>
            <p:ph type="body" sz="quarter" idx="13"/>
          </p:nvPr>
        </p:nvSpPr>
        <p:spPr>
          <a:xfrm>
            <a:off x="6490277" y="2636548"/>
            <a:ext cx="4918075" cy="3574618"/>
          </a:xfrm>
        </p:spPr>
        <p:txBody>
          <a:bodyPr/>
          <a:lstStyle/>
          <a:p>
            <a:pPr lvl="0"/>
            <a:r>
              <a:rPr lang="en-US" dirty="0"/>
              <a:t>Click to edit Master text styles</a:t>
            </a:r>
          </a:p>
        </p:txBody>
      </p:sp>
    </p:spTree>
    <p:extLst>
      <p:ext uri="{BB962C8B-B14F-4D97-AF65-F5344CB8AC3E}">
        <p14:creationId xmlns:p14="http://schemas.microsoft.com/office/powerpoint/2010/main" val="20963053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Quatation 2">
    <p:spTree>
      <p:nvGrpSpPr>
        <p:cNvPr id="1" name=""/>
        <p:cNvGrpSpPr/>
        <p:nvPr/>
      </p:nvGrpSpPr>
      <p:grpSpPr>
        <a:xfrm>
          <a:off x="0" y="0"/>
          <a:ext cx="0" cy="0"/>
          <a:chOff x="0" y="0"/>
          <a:chExt cx="0" cy="0"/>
        </a:xfrm>
      </p:grpSpPr>
      <p:sp>
        <p:nvSpPr>
          <p:cNvPr id="2" name="Title 1"/>
          <p:cNvSpPr>
            <a:spLocks noGrp="1"/>
          </p:cNvSpPr>
          <p:nvPr>
            <p:ph type="title"/>
          </p:nvPr>
        </p:nvSpPr>
        <p:spPr>
          <a:xfrm>
            <a:off x="1936750" y="2093595"/>
            <a:ext cx="8318500" cy="2707005"/>
          </a:xfrm>
        </p:spPr>
        <p:txBody>
          <a:bodyPr anchor="ctr"/>
          <a:lstStyle>
            <a:lvl1pPr algn="ctr">
              <a:defRPr/>
            </a:lvl1pPr>
          </a:lstStyle>
          <a:p>
            <a:r>
              <a:rPr lang="en-US" dirty="0"/>
              <a:t>Click to edit Master title style</a:t>
            </a:r>
          </a:p>
        </p:txBody>
      </p:sp>
      <p:sp>
        <p:nvSpPr>
          <p:cNvPr id="8" name="Rectangle 7"/>
          <p:cNvSpPr/>
          <p:nvPr userDrawn="1"/>
        </p:nvSpPr>
        <p:spPr>
          <a:xfrm>
            <a:off x="0" y="0"/>
            <a:ext cx="3035300" cy="934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104275" y="1724494"/>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9409039" y="5038690"/>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0359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 columns">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838201"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5" name="Text Placeholder 6"/>
          <p:cNvSpPr>
            <a:spLocks noGrp="1"/>
          </p:cNvSpPr>
          <p:nvPr>
            <p:ph type="body" sz="quarter" idx="11"/>
          </p:nvPr>
        </p:nvSpPr>
        <p:spPr>
          <a:xfrm>
            <a:off x="4499264"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6" name="Text Placeholder 6"/>
          <p:cNvSpPr>
            <a:spLocks noGrp="1"/>
          </p:cNvSpPr>
          <p:nvPr>
            <p:ph type="body" sz="quarter" idx="12"/>
          </p:nvPr>
        </p:nvSpPr>
        <p:spPr>
          <a:xfrm>
            <a:off x="8160327" y="3075709"/>
            <a:ext cx="3193472" cy="3075854"/>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661924"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4302204"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7963267" y="277309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3"/>
          </p:nvPr>
        </p:nvSpPr>
        <p:spPr>
          <a:xfrm>
            <a:off x="0" y="0"/>
            <a:ext cx="12192000" cy="2276475"/>
          </a:xfrm>
        </p:spPr>
        <p:txBody>
          <a:bodyPr/>
          <a:lstStyle/>
          <a:p>
            <a:endParaRPr lang="en-US"/>
          </a:p>
        </p:txBody>
      </p:sp>
    </p:spTree>
    <p:extLst>
      <p:ext uri="{BB962C8B-B14F-4D97-AF65-F5344CB8AC3E}">
        <p14:creationId xmlns:p14="http://schemas.microsoft.com/office/powerpoint/2010/main" val="1772814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s 2">
    <p:spTree>
      <p:nvGrpSpPr>
        <p:cNvPr id="1" name=""/>
        <p:cNvGrpSpPr/>
        <p:nvPr/>
      </p:nvGrpSpPr>
      <p:grpSpPr>
        <a:xfrm>
          <a:off x="0" y="0"/>
          <a:ext cx="0" cy="0"/>
          <a:chOff x="0" y="0"/>
          <a:chExt cx="0" cy="0"/>
        </a:xfrm>
      </p:grpSpPr>
      <p:sp>
        <p:nvSpPr>
          <p:cNvPr id="6" name="Text Placeholder 6"/>
          <p:cNvSpPr>
            <a:spLocks noGrp="1"/>
          </p:cNvSpPr>
          <p:nvPr>
            <p:ph type="body" sz="quarter" idx="13"/>
          </p:nvPr>
        </p:nvSpPr>
        <p:spPr>
          <a:xfrm>
            <a:off x="838201"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7" name="Text Placeholder 6"/>
          <p:cNvSpPr>
            <a:spLocks noGrp="1"/>
          </p:cNvSpPr>
          <p:nvPr>
            <p:ph type="body" sz="quarter" idx="14"/>
          </p:nvPr>
        </p:nvSpPr>
        <p:spPr>
          <a:xfrm>
            <a:off x="4499264"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8" name="Text Placeholder 6"/>
          <p:cNvSpPr>
            <a:spLocks noGrp="1"/>
          </p:cNvSpPr>
          <p:nvPr>
            <p:ph type="body" sz="quarter" idx="15"/>
          </p:nvPr>
        </p:nvSpPr>
        <p:spPr>
          <a:xfrm>
            <a:off x="8160327" y="1773528"/>
            <a:ext cx="3193472" cy="4323629"/>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646302"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286582"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7947645" y="1470919"/>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0" y="0"/>
            <a:ext cx="3271520" cy="853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207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6" name="Text Placeholder 6"/>
          <p:cNvSpPr>
            <a:spLocks noGrp="1"/>
          </p:cNvSpPr>
          <p:nvPr>
            <p:ph type="body" sz="quarter" idx="13"/>
          </p:nvPr>
        </p:nvSpPr>
        <p:spPr>
          <a:xfrm>
            <a:off x="1004460" y="190745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9" name="Rectangle 8"/>
          <p:cNvSpPr/>
          <p:nvPr userDrawn="1"/>
        </p:nvSpPr>
        <p:spPr>
          <a:xfrm>
            <a:off x="791778" y="160484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6"/>
          <p:cNvSpPr>
            <a:spLocks noGrp="1"/>
          </p:cNvSpPr>
          <p:nvPr>
            <p:ph type="body" sz="quarter" idx="14"/>
          </p:nvPr>
        </p:nvSpPr>
        <p:spPr>
          <a:xfrm>
            <a:off x="1004460" y="428489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3" name="Rectangle 12"/>
          <p:cNvSpPr/>
          <p:nvPr userDrawn="1"/>
        </p:nvSpPr>
        <p:spPr>
          <a:xfrm>
            <a:off x="791778" y="398228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6"/>
          <p:cNvSpPr>
            <a:spLocks noGrp="1"/>
          </p:cNvSpPr>
          <p:nvPr>
            <p:ph type="body" sz="quarter" idx="15"/>
          </p:nvPr>
        </p:nvSpPr>
        <p:spPr>
          <a:xfrm>
            <a:off x="6889750" y="190745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5" name="Rectangle 14"/>
          <p:cNvSpPr/>
          <p:nvPr userDrawn="1"/>
        </p:nvSpPr>
        <p:spPr>
          <a:xfrm>
            <a:off x="6677068" y="160484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6"/>
          <p:cNvSpPr>
            <a:spLocks noGrp="1"/>
          </p:cNvSpPr>
          <p:nvPr>
            <p:ph type="body" sz="quarter" idx="16"/>
          </p:nvPr>
        </p:nvSpPr>
        <p:spPr>
          <a:xfrm>
            <a:off x="6889750" y="4284893"/>
            <a:ext cx="4396739" cy="1740450"/>
          </a:xfrm>
        </p:spPr>
        <p:txBody>
          <a:bodyPr/>
          <a:lstStyle/>
          <a:p>
            <a:pPr lvl="0"/>
            <a:r>
              <a:rPr lang="lt-LT" dirty="0" err="1"/>
              <a:t>Click</a:t>
            </a:r>
            <a:r>
              <a:rPr lang="lt-LT" dirty="0"/>
              <a:t> to </a:t>
            </a:r>
            <a:r>
              <a:rPr lang="lt-LT" dirty="0" err="1"/>
              <a:t>edit</a:t>
            </a:r>
            <a:r>
              <a:rPr lang="lt-LT" dirty="0"/>
              <a:t> </a:t>
            </a:r>
            <a:r>
              <a:rPr lang="lt-LT" dirty="0" err="1"/>
              <a:t>Master</a:t>
            </a:r>
            <a:r>
              <a:rPr lang="lt-LT" dirty="0"/>
              <a:t> </a:t>
            </a:r>
            <a:r>
              <a:rPr lang="lt-LT" dirty="0" err="1"/>
              <a:t>text</a:t>
            </a:r>
            <a:r>
              <a:rPr lang="lt-LT" dirty="0"/>
              <a:t> </a:t>
            </a:r>
            <a:r>
              <a:rPr lang="lt-LT" dirty="0" err="1"/>
              <a:t>styles</a:t>
            </a:r>
            <a:endParaRPr lang="lt-LT" dirty="0"/>
          </a:p>
        </p:txBody>
      </p:sp>
      <p:sp>
        <p:nvSpPr>
          <p:cNvPr id="17" name="Rectangle 16"/>
          <p:cNvSpPr/>
          <p:nvPr userDrawn="1"/>
        </p:nvSpPr>
        <p:spPr>
          <a:xfrm>
            <a:off x="6677068" y="3982283"/>
            <a:ext cx="425364" cy="11557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2579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hart Placeholder 3"/>
          <p:cNvSpPr>
            <a:spLocks noGrp="1"/>
          </p:cNvSpPr>
          <p:nvPr>
            <p:ph type="chart" sz="quarter" idx="10"/>
          </p:nvPr>
        </p:nvSpPr>
        <p:spPr>
          <a:xfrm>
            <a:off x="838200" y="2156460"/>
            <a:ext cx="5010150" cy="3956050"/>
          </a:xfrm>
        </p:spPr>
        <p:txBody>
          <a:bodyPr/>
          <a:lstStyle/>
          <a:p>
            <a:endParaRPr lang="en-US"/>
          </a:p>
        </p:txBody>
      </p:sp>
      <p:sp>
        <p:nvSpPr>
          <p:cNvPr id="5" name="Chart Placeholder 3"/>
          <p:cNvSpPr>
            <a:spLocks noGrp="1"/>
          </p:cNvSpPr>
          <p:nvPr>
            <p:ph type="chart" sz="quarter" idx="11"/>
          </p:nvPr>
        </p:nvSpPr>
        <p:spPr>
          <a:xfrm>
            <a:off x="6172511" y="2156460"/>
            <a:ext cx="5010150" cy="3956050"/>
          </a:xfrm>
        </p:spPr>
        <p:txBody>
          <a:bodyPr/>
          <a:lstStyle/>
          <a:p>
            <a:endParaRPr lang="en-US"/>
          </a:p>
        </p:txBody>
      </p:sp>
    </p:spTree>
    <p:extLst>
      <p:ext uri="{BB962C8B-B14F-4D97-AF65-F5344CB8AC3E}">
        <p14:creationId xmlns:p14="http://schemas.microsoft.com/office/powerpoint/2010/main" val="18001362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r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Chart Placeholder 5"/>
          <p:cNvSpPr>
            <a:spLocks noGrp="1"/>
          </p:cNvSpPr>
          <p:nvPr>
            <p:ph type="chart" sz="quarter" idx="10"/>
          </p:nvPr>
        </p:nvSpPr>
        <p:spPr>
          <a:xfrm>
            <a:off x="838200" y="2156460"/>
            <a:ext cx="9561513" cy="4019550"/>
          </a:xfrm>
        </p:spPr>
        <p:txBody>
          <a:bodyPr/>
          <a:lstStyle/>
          <a:p>
            <a:endParaRPr lang="en-US"/>
          </a:p>
        </p:txBody>
      </p:sp>
    </p:spTree>
    <p:extLst>
      <p:ext uri="{BB962C8B-B14F-4D97-AF65-F5344CB8AC3E}">
        <p14:creationId xmlns:p14="http://schemas.microsoft.com/office/powerpoint/2010/main" val="3332520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ru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martArt Placeholder 3"/>
          <p:cNvSpPr>
            <a:spLocks noGrp="1"/>
          </p:cNvSpPr>
          <p:nvPr>
            <p:ph type="dgm" sz="quarter" idx="10"/>
          </p:nvPr>
        </p:nvSpPr>
        <p:spPr>
          <a:xfrm>
            <a:off x="838200" y="2041525"/>
            <a:ext cx="8929688" cy="4068763"/>
          </a:xfrm>
        </p:spPr>
        <p:txBody>
          <a:bodyPr/>
          <a:lstStyle/>
          <a:p>
            <a:endParaRPr lang="en-US"/>
          </a:p>
        </p:txBody>
      </p:sp>
    </p:spTree>
    <p:extLst>
      <p:ext uri="{BB962C8B-B14F-4D97-AF65-F5344CB8AC3E}">
        <p14:creationId xmlns:p14="http://schemas.microsoft.com/office/powerpoint/2010/main" val="764580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able Placeholder 5"/>
          <p:cNvSpPr>
            <a:spLocks noGrp="1"/>
          </p:cNvSpPr>
          <p:nvPr>
            <p:ph type="tbl" sz="quarter" idx="10"/>
          </p:nvPr>
        </p:nvSpPr>
        <p:spPr>
          <a:xfrm>
            <a:off x="838200" y="2041525"/>
            <a:ext cx="8929688" cy="4159250"/>
          </a:xfrm>
        </p:spPr>
        <p:txBody>
          <a:bodyPr/>
          <a:lstStyle/>
          <a:p>
            <a:endParaRPr lang="en-US"/>
          </a:p>
        </p:txBody>
      </p:sp>
    </p:spTree>
    <p:extLst>
      <p:ext uri="{BB962C8B-B14F-4D97-AF65-F5344CB8AC3E}">
        <p14:creationId xmlns:p14="http://schemas.microsoft.com/office/powerpoint/2010/main" val="5510195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Pictur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0"/>
            <a:ext cx="12192000" cy="6858000"/>
          </a:xfrm>
        </p:spPr>
        <p:txBody>
          <a:bodyPr/>
          <a:lstStyle/>
          <a:p>
            <a:endParaRPr lang="en-US"/>
          </a:p>
        </p:txBody>
      </p:sp>
    </p:spTree>
    <p:extLst>
      <p:ext uri="{BB962C8B-B14F-4D97-AF65-F5344CB8AC3E}">
        <p14:creationId xmlns:p14="http://schemas.microsoft.com/office/powerpoint/2010/main" val="3252052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Picture collag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6096000" cy="6850063"/>
          </a:xfrm>
        </p:spPr>
        <p:txBody>
          <a:bodyPr/>
          <a:lstStyle/>
          <a:p>
            <a:endParaRPr lang="en-US"/>
          </a:p>
        </p:txBody>
      </p:sp>
      <p:sp>
        <p:nvSpPr>
          <p:cNvPr id="9" name="Picture Placeholder 8"/>
          <p:cNvSpPr>
            <a:spLocks noGrp="1"/>
          </p:cNvSpPr>
          <p:nvPr>
            <p:ph type="pic" sz="quarter" idx="11"/>
          </p:nvPr>
        </p:nvSpPr>
        <p:spPr>
          <a:xfrm>
            <a:off x="6096000" y="2276475"/>
            <a:ext cx="6096000" cy="4573588"/>
          </a:xfrm>
        </p:spPr>
        <p:txBody>
          <a:bodyPr/>
          <a:lstStyle/>
          <a:p>
            <a:endParaRPr lang="en-US"/>
          </a:p>
        </p:txBody>
      </p:sp>
      <p:sp>
        <p:nvSpPr>
          <p:cNvPr id="11" name="Picture Placeholder 10"/>
          <p:cNvSpPr>
            <a:spLocks noGrp="1"/>
          </p:cNvSpPr>
          <p:nvPr>
            <p:ph type="pic" sz="quarter" idx="12"/>
          </p:nvPr>
        </p:nvSpPr>
        <p:spPr>
          <a:xfrm>
            <a:off x="6096000" y="0"/>
            <a:ext cx="6096000" cy="2276475"/>
          </a:xfrm>
        </p:spPr>
        <p:txBody>
          <a:bodyPr/>
          <a:lstStyle/>
          <a:p>
            <a:endParaRPr lang="en-US"/>
          </a:p>
        </p:txBody>
      </p:sp>
    </p:spTree>
    <p:extLst>
      <p:ext uri="{BB962C8B-B14F-4D97-AF65-F5344CB8AC3E}">
        <p14:creationId xmlns:p14="http://schemas.microsoft.com/office/powerpoint/2010/main" val="8818582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ntent collage">
    <p:spTree>
      <p:nvGrpSpPr>
        <p:cNvPr id="1" name=""/>
        <p:cNvGrpSpPr/>
        <p:nvPr/>
      </p:nvGrpSpPr>
      <p:grpSpPr>
        <a:xfrm>
          <a:off x="0" y="0"/>
          <a:ext cx="0" cy="0"/>
          <a:chOff x="0" y="0"/>
          <a:chExt cx="0" cy="0"/>
        </a:xfrm>
      </p:grpSpPr>
      <p:sp>
        <p:nvSpPr>
          <p:cNvPr id="6" name="Picture Placeholder 6"/>
          <p:cNvSpPr>
            <a:spLocks noGrp="1"/>
          </p:cNvSpPr>
          <p:nvPr>
            <p:ph type="pic" sz="quarter" idx="10"/>
          </p:nvPr>
        </p:nvSpPr>
        <p:spPr>
          <a:xfrm>
            <a:off x="0" y="0"/>
            <a:ext cx="6096000" cy="6850063"/>
          </a:xfrm>
        </p:spPr>
        <p:txBody>
          <a:bodyPr/>
          <a:lstStyle/>
          <a:p>
            <a:endParaRPr lang="en-US"/>
          </a:p>
        </p:txBody>
      </p:sp>
      <p:sp>
        <p:nvSpPr>
          <p:cNvPr id="7" name="Picture Placeholder 8"/>
          <p:cNvSpPr>
            <a:spLocks noGrp="1"/>
          </p:cNvSpPr>
          <p:nvPr>
            <p:ph type="pic" sz="quarter" idx="11"/>
          </p:nvPr>
        </p:nvSpPr>
        <p:spPr>
          <a:xfrm>
            <a:off x="6096000" y="2276475"/>
            <a:ext cx="6096000" cy="4573588"/>
          </a:xfrm>
        </p:spPr>
        <p:txBody>
          <a:bodyPr/>
          <a:lstStyle/>
          <a:p>
            <a:endParaRPr lang="en-US"/>
          </a:p>
        </p:txBody>
      </p:sp>
      <p:sp>
        <p:nvSpPr>
          <p:cNvPr id="10" name="Text Placeholder 9"/>
          <p:cNvSpPr>
            <a:spLocks noGrp="1"/>
          </p:cNvSpPr>
          <p:nvPr>
            <p:ph type="body" sz="quarter" idx="12"/>
          </p:nvPr>
        </p:nvSpPr>
        <p:spPr>
          <a:xfrm>
            <a:off x="6423660" y="320041"/>
            <a:ext cx="5394960" cy="1691640"/>
          </a:xfrm>
        </p:spPr>
        <p:txBody>
          <a:bodyPr/>
          <a:lstStyle/>
          <a:p>
            <a:pPr lvl="0"/>
            <a:r>
              <a:rPr lang="en-US" dirty="0"/>
              <a:t>Click to edit Master text styles</a:t>
            </a:r>
          </a:p>
        </p:txBody>
      </p:sp>
    </p:spTree>
    <p:extLst>
      <p:ext uri="{BB962C8B-B14F-4D97-AF65-F5344CB8AC3E}">
        <p14:creationId xmlns:p14="http://schemas.microsoft.com/office/powerpoint/2010/main" val="18138579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ntacts">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stretch>
            <a:fillRect/>
          </a:stretch>
        </p:blipFill>
        <p:spPr>
          <a:xfrm>
            <a:off x="483671" y="586112"/>
            <a:ext cx="2752482" cy="1175384"/>
          </a:xfrm>
          <a:prstGeom prst="rect">
            <a:avLst/>
          </a:prstGeom>
        </p:spPr>
      </p:pic>
      <p:sp>
        <p:nvSpPr>
          <p:cNvPr id="8" name="Text Placeholder 7"/>
          <p:cNvSpPr>
            <a:spLocks noGrp="1"/>
          </p:cNvSpPr>
          <p:nvPr>
            <p:ph type="body" sz="quarter" idx="10"/>
          </p:nvPr>
        </p:nvSpPr>
        <p:spPr>
          <a:xfrm>
            <a:off x="6389255" y="4279271"/>
            <a:ext cx="5394325" cy="2033905"/>
          </a:xfrm>
        </p:spPr>
        <p:txBody>
          <a:bodyPr/>
          <a:lstStyle/>
          <a:p>
            <a:pPr lvl="0"/>
            <a:r>
              <a:rPr lang="en-US" dirty="0"/>
              <a:t>Click to edit Master text styles</a:t>
            </a:r>
          </a:p>
        </p:txBody>
      </p:sp>
      <p:sp>
        <p:nvSpPr>
          <p:cNvPr id="10" name="Title 1"/>
          <p:cNvSpPr>
            <a:spLocks noGrp="1"/>
          </p:cNvSpPr>
          <p:nvPr>
            <p:ph type="ctrTitle"/>
          </p:nvPr>
        </p:nvSpPr>
        <p:spPr>
          <a:xfrm>
            <a:off x="6389255" y="3221287"/>
            <a:ext cx="5396345" cy="833120"/>
          </a:xfrm>
        </p:spPr>
        <p:txBody>
          <a:bodyPr anchor="b">
            <a:normAutofit/>
          </a:bodyPr>
          <a:lstStyle>
            <a:lvl1pPr algn="l">
              <a:defRPr sz="5400"/>
            </a:lvl1pPr>
          </a:lstStyle>
          <a:p>
            <a:endParaRPr lang="en-US" dirty="0"/>
          </a:p>
        </p:txBody>
      </p:sp>
      <p:sp>
        <p:nvSpPr>
          <p:cNvPr id="12" name="Rectangle 11"/>
          <p:cNvSpPr/>
          <p:nvPr userDrawn="1"/>
        </p:nvSpPr>
        <p:spPr>
          <a:xfrm>
            <a:off x="5849598" y="2855328"/>
            <a:ext cx="1692421" cy="1410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402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3.emf"/><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5"/>
          <a:stretch>
            <a:fillRect/>
          </a:stretch>
        </p:blipFill>
        <p:spPr>
          <a:xfrm>
            <a:off x="10163004" y="521818"/>
            <a:ext cx="1104900" cy="495300"/>
          </a:xfrm>
          <a:prstGeom prst="rect">
            <a:avLst/>
          </a:prstGeom>
        </p:spPr>
      </p:pic>
      <p:sp>
        <p:nvSpPr>
          <p:cNvPr id="2" name="Title Placeholder 1"/>
          <p:cNvSpPr>
            <a:spLocks noGrp="1"/>
          </p:cNvSpPr>
          <p:nvPr>
            <p:ph type="title"/>
          </p:nvPr>
        </p:nvSpPr>
        <p:spPr>
          <a:xfrm>
            <a:off x="838200" y="715787"/>
            <a:ext cx="8929255" cy="132556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838200" y="2276475"/>
            <a:ext cx="8929255" cy="3148965"/>
          </a:xfrm>
          <a:prstGeom prst="rect">
            <a:avLst/>
          </a:prstGeom>
        </p:spPr>
        <p:txBody>
          <a:bodyPr vert="horz" lIns="91440" tIns="45720" rIns="91440" bIns="45720" rtlCol="0">
            <a:normAutofit/>
          </a:bodyPr>
          <a:lstStyle/>
          <a:p>
            <a:pPr lvl="0"/>
            <a:r>
              <a:rPr lang="en-US" dirty="0"/>
              <a:t>Click to edit Master text styles</a:t>
            </a:r>
          </a:p>
        </p:txBody>
      </p:sp>
      <p:sp>
        <p:nvSpPr>
          <p:cNvPr id="8" name="Footer Placeholder 4"/>
          <p:cNvSpPr txBox="1">
            <a:spLocks/>
          </p:cNvSpPr>
          <p:nvPr userDrawn="1"/>
        </p:nvSpPr>
        <p:spPr>
          <a:xfrm>
            <a:off x="6770747" y="6356350"/>
            <a:ext cx="3714374" cy="365125"/>
          </a:xfrm>
          <a:prstGeom prst="rect">
            <a:avLst/>
          </a:prstGeom>
        </p:spPr>
        <p:txBody>
          <a:bodyPr vert="horz" lIns="91440" tIns="45720" rIns="91440" bIns="45720" rtlCol="0" anchor="ctr"/>
          <a:lstStyle>
            <a:defPPr>
              <a:defRPr lang="lt-LT"/>
            </a:defPPr>
            <a:lvl1pPr marL="0" algn="ctr" defTabSz="914400" rtl="0" eaLnBrk="1" latinLnBrk="0" hangingPunct="1">
              <a:defRPr sz="1200" kern="1200">
                <a:solidFill>
                  <a:schemeClr val="bg1">
                    <a:lumMod val="50000"/>
                  </a:schemeClr>
                </a:solidFill>
                <a:latin typeface="GT Walsheim" charset="0"/>
                <a:ea typeface="GT Walsheim" charset="0"/>
                <a:cs typeface="GT Walsheim"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816527060"/>
      </p:ext>
    </p:extLst>
  </p:cSld>
  <p:clrMap bg1="lt1" tx1="dk1" bg2="lt2" tx2="dk2" accent1="accent1" accent2="accent2" accent3="accent3" accent4="accent4" accent5="accent5" accent6="accent6" hlink="hlink" folHlink="folHlink"/>
  <p:sldLayoutIdLst>
    <p:sldLayoutId id="2147483653" r:id="rId1"/>
    <p:sldLayoutId id="2147483676" r:id="rId2"/>
    <p:sldLayoutId id="2147483678" r:id="rId3"/>
    <p:sldLayoutId id="2147483683" r:id="rId4"/>
    <p:sldLayoutId id="2147483709" r:id="rId5"/>
    <p:sldLayoutId id="2147483654" r:id="rId6"/>
    <p:sldLayoutId id="2147483655" r:id="rId7"/>
    <p:sldLayoutId id="2147483680" r:id="rId8"/>
    <p:sldLayoutId id="2147483677" r:id="rId9"/>
    <p:sldLayoutId id="2147483656" r:id="rId10"/>
    <p:sldLayoutId id="2147483658" r:id="rId11"/>
    <p:sldLayoutId id="2147483684" r:id="rId12"/>
    <p:sldLayoutId id="2147483679" r:id="rId13"/>
    <p:sldLayoutId id="2147483685" r:id="rId14"/>
    <p:sldLayoutId id="2147483686" r:id="rId15"/>
    <p:sldLayoutId id="2147483732" r:id="rId16"/>
    <p:sldLayoutId id="2147483733" r:id="rId17"/>
    <p:sldLayoutId id="2147483734" r:id="rId18"/>
    <p:sldLayoutId id="2147483735" r:id="rId19"/>
    <p:sldLayoutId id="2147483659" r:id="rId20"/>
    <p:sldLayoutId id="2147483687" r:id="rId21"/>
    <p:sldLayoutId id="2147483688" r:id="rId22"/>
    <p:sldLayoutId id="2147483682" r:id="rId23"/>
  </p:sldLayoutIdLst>
  <p:txStyles>
    <p:titleStyle>
      <a:lvl1pPr algn="l" defTabSz="914400" rtl="0" eaLnBrk="1" latinLnBrk="0" hangingPunct="1">
        <a:lnSpc>
          <a:spcPct val="90000"/>
        </a:lnSpc>
        <a:spcBef>
          <a:spcPct val="0"/>
        </a:spcBef>
        <a:buNone/>
        <a:defRPr sz="4400" b="1" kern="1200">
          <a:solidFill>
            <a:schemeClr val="tx1"/>
          </a:solidFill>
          <a:latin typeface="Arial" charset="0"/>
          <a:ea typeface="Arial" charset="0"/>
          <a:cs typeface="Arial" charset="0"/>
        </a:defRPr>
      </a:lvl1pPr>
    </p:titleStyle>
    <p:bodyStyle>
      <a:lvl1pPr marL="0" indent="0" algn="l" defTabSz="914400" rtl="0" eaLnBrk="1" latinLnBrk="0" hangingPunct="1">
        <a:lnSpc>
          <a:spcPct val="90000"/>
        </a:lnSpc>
        <a:spcBef>
          <a:spcPts val="1000"/>
        </a:spcBef>
        <a:buFont typeface="Arial"/>
        <a:buNone/>
        <a:defRPr sz="2000" kern="1200">
          <a:solidFill>
            <a:schemeClr val="bg1">
              <a:lumMod val="50000"/>
            </a:schemeClr>
          </a:solidFill>
          <a:latin typeface="Arial" charset="0"/>
          <a:ea typeface="Arial" charset="0"/>
          <a:cs typeface="Arial"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GT Walsheim" charset="0"/>
          <a:ea typeface="GT Walsheim" charset="0"/>
          <a:cs typeface="GT Walsheim" charset="0"/>
        </a:defRPr>
      </a:lvl2pPr>
      <a:lvl3pPr marL="914400" indent="0" algn="l" defTabSz="914400" rtl="0" eaLnBrk="1" latinLnBrk="0" hangingPunct="1">
        <a:lnSpc>
          <a:spcPct val="90000"/>
        </a:lnSpc>
        <a:spcBef>
          <a:spcPts val="500"/>
        </a:spcBef>
        <a:buFont typeface="Arial"/>
        <a:buNone/>
        <a:defRPr sz="1800" kern="1200">
          <a:solidFill>
            <a:schemeClr val="bg1">
              <a:lumMod val="50000"/>
            </a:schemeClr>
          </a:solidFill>
          <a:latin typeface="GT Walsheim" charset="0"/>
          <a:ea typeface="GT Walsheim" charset="0"/>
          <a:cs typeface="GT Walsheim" charset="0"/>
        </a:defRPr>
      </a:lvl3pPr>
      <a:lvl4pPr marL="13716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4pPr>
      <a:lvl5pPr marL="18288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 userDrawn="1">
          <p15:clr>
            <a:srgbClr val="F26B43"/>
          </p15:clr>
        </p15:guide>
        <p15:guide id="2" userDrawn="1">
          <p15:clr>
            <a:srgbClr val="F26B43"/>
          </p15:clr>
        </p15:guide>
        <p15:guide id="3" pos="5768" userDrawn="1">
          <p15:clr>
            <a:srgbClr val="F26B43"/>
          </p15:clr>
        </p15:guide>
        <p15:guide id="4" pos="1912" userDrawn="1">
          <p15:clr>
            <a:srgbClr val="F26B43"/>
          </p15:clr>
        </p15:guide>
        <p15:guide id="5" pos="3840" userDrawn="1">
          <p15:clr>
            <a:srgbClr val="F26B43"/>
          </p15:clr>
        </p15:guide>
        <p15:guide id="6" pos="7680" userDrawn="1">
          <p15:clr>
            <a:srgbClr val="F26B43"/>
          </p15:clr>
        </p15:guide>
        <p15:guide id="7" orient="horz" pos="1434" userDrawn="1">
          <p15:clr>
            <a:srgbClr val="F26B43"/>
          </p15:clr>
        </p15:guide>
        <p15:guide id="8" orient="horz" pos="2886" userDrawn="1">
          <p15:clr>
            <a:srgbClr val="F26B43"/>
          </p15:clr>
        </p15:guide>
        <p15:guide id="9" orient="horz" pos="431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5"/>
          <a:stretch>
            <a:fillRect/>
          </a:stretch>
        </p:blipFill>
        <p:spPr>
          <a:xfrm>
            <a:off x="10163004" y="518720"/>
            <a:ext cx="1104900" cy="495300"/>
          </a:xfrm>
          <a:prstGeom prst="rect">
            <a:avLst/>
          </a:prstGeom>
        </p:spPr>
      </p:pic>
      <p:sp>
        <p:nvSpPr>
          <p:cNvPr id="2" name="Title Placeholder 1"/>
          <p:cNvSpPr>
            <a:spLocks noGrp="1"/>
          </p:cNvSpPr>
          <p:nvPr>
            <p:ph type="title"/>
          </p:nvPr>
        </p:nvSpPr>
        <p:spPr>
          <a:xfrm>
            <a:off x="838200" y="715787"/>
            <a:ext cx="8929255" cy="132556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838200" y="2276475"/>
            <a:ext cx="8929255" cy="3148965"/>
          </a:xfrm>
          <a:prstGeom prst="rect">
            <a:avLst/>
          </a:prstGeom>
        </p:spPr>
        <p:txBody>
          <a:bodyPr vert="horz" lIns="91440" tIns="45720" rIns="91440" bIns="45720" rtlCol="0">
            <a:normAutofit/>
          </a:bodyPr>
          <a:lstStyle/>
          <a:p>
            <a:pPr lvl="0"/>
            <a:r>
              <a:rPr lang="en-US" dirty="0"/>
              <a:t>Click to edit Master text styles</a:t>
            </a:r>
          </a:p>
        </p:txBody>
      </p:sp>
      <p:sp>
        <p:nvSpPr>
          <p:cNvPr id="8" name="Footer Placeholder 4"/>
          <p:cNvSpPr txBox="1">
            <a:spLocks/>
          </p:cNvSpPr>
          <p:nvPr userDrawn="1"/>
        </p:nvSpPr>
        <p:spPr>
          <a:xfrm>
            <a:off x="6770747" y="6356350"/>
            <a:ext cx="3714374" cy="365125"/>
          </a:xfrm>
          <a:prstGeom prst="rect">
            <a:avLst/>
          </a:prstGeom>
        </p:spPr>
        <p:txBody>
          <a:bodyPr vert="horz" lIns="91440" tIns="45720" rIns="91440" bIns="45720" rtlCol="0" anchor="ctr"/>
          <a:lstStyle>
            <a:defPPr>
              <a:defRPr lang="lt-LT"/>
            </a:defPPr>
            <a:lvl1pPr marL="0" algn="ctr" defTabSz="914400" rtl="0" eaLnBrk="1" latinLnBrk="0" hangingPunct="1">
              <a:defRPr sz="1200" kern="1200">
                <a:solidFill>
                  <a:schemeClr val="bg1">
                    <a:lumMod val="50000"/>
                  </a:schemeClr>
                </a:solidFill>
                <a:latin typeface="GT Walsheim" charset="0"/>
                <a:ea typeface="GT Walsheim" charset="0"/>
                <a:cs typeface="GT Walsheim"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735781907"/>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30" r:id="rId16"/>
    <p:sldLayoutId id="2147483731" r:id="rId17"/>
    <p:sldLayoutId id="2147483736" r:id="rId18"/>
    <p:sldLayoutId id="2147483737" r:id="rId19"/>
    <p:sldLayoutId id="2147483726" r:id="rId20"/>
    <p:sldLayoutId id="2147483727" r:id="rId21"/>
    <p:sldLayoutId id="2147483728" r:id="rId22"/>
    <p:sldLayoutId id="2147483729" r:id="rId23"/>
  </p:sldLayoutIdLst>
  <p:txStyles>
    <p:titleStyle>
      <a:lvl1pPr algn="l" defTabSz="914400" rtl="0" eaLnBrk="1" latinLnBrk="0" hangingPunct="1">
        <a:lnSpc>
          <a:spcPct val="90000"/>
        </a:lnSpc>
        <a:spcBef>
          <a:spcPct val="0"/>
        </a:spcBef>
        <a:buNone/>
        <a:defRPr sz="4400" b="1" kern="1200">
          <a:solidFill>
            <a:schemeClr val="tx1"/>
          </a:solidFill>
          <a:latin typeface="Arial" charset="0"/>
          <a:ea typeface="Arial" charset="0"/>
          <a:cs typeface="Arial" charset="0"/>
        </a:defRPr>
      </a:lvl1pPr>
    </p:titleStyle>
    <p:bodyStyle>
      <a:lvl1pPr marL="0" indent="0" algn="l" defTabSz="914400" rtl="0" eaLnBrk="1" latinLnBrk="0" hangingPunct="1">
        <a:lnSpc>
          <a:spcPct val="90000"/>
        </a:lnSpc>
        <a:spcBef>
          <a:spcPts val="1000"/>
        </a:spcBef>
        <a:buFont typeface="Arial"/>
        <a:buNone/>
        <a:defRPr sz="2000" kern="1200">
          <a:solidFill>
            <a:schemeClr val="tx1"/>
          </a:solidFill>
          <a:latin typeface="Arial" charset="0"/>
          <a:ea typeface="Arial" charset="0"/>
          <a:cs typeface="Arial"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GT Walsheim" charset="0"/>
          <a:ea typeface="GT Walsheim" charset="0"/>
          <a:cs typeface="GT Walsheim" charset="0"/>
        </a:defRPr>
      </a:lvl2pPr>
      <a:lvl3pPr marL="914400" indent="0" algn="l" defTabSz="914400" rtl="0" eaLnBrk="1" latinLnBrk="0" hangingPunct="1">
        <a:lnSpc>
          <a:spcPct val="90000"/>
        </a:lnSpc>
        <a:spcBef>
          <a:spcPts val="500"/>
        </a:spcBef>
        <a:buFont typeface="Arial"/>
        <a:buNone/>
        <a:defRPr sz="1800" kern="1200">
          <a:solidFill>
            <a:schemeClr val="bg1">
              <a:lumMod val="50000"/>
            </a:schemeClr>
          </a:solidFill>
          <a:latin typeface="GT Walsheim" charset="0"/>
          <a:ea typeface="GT Walsheim" charset="0"/>
          <a:cs typeface="GT Walsheim" charset="0"/>
        </a:defRPr>
      </a:lvl3pPr>
      <a:lvl4pPr marL="13716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4pPr>
      <a:lvl5pPr marL="18288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
          <p15:clr>
            <a:srgbClr val="F26B43"/>
          </p15:clr>
        </p15:guide>
        <p15:guide id="2">
          <p15:clr>
            <a:srgbClr val="F26B43"/>
          </p15:clr>
        </p15:guide>
        <p15:guide id="3" pos="5768">
          <p15:clr>
            <a:srgbClr val="F26B43"/>
          </p15:clr>
        </p15:guide>
        <p15:guide id="4" pos="1912">
          <p15:clr>
            <a:srgbClr val="F26B43"/>
          </p15:clr>
        </p15:guide>
        <p15:guide id="5" pos="3840">
          <p15:clr>
            <a:srgbClr val="F26B43"/>
          </p15:clr>
        </p15:guide>
        <p15:guide id="6" pos="7680">
          <p15:clr>
            <a:srgbClr val="F26B43"/>
          </p15:clr>
        </p15:guide>
        <p15:guide id="7" orient="horz" pos="1434">
          <p15:clr>
            <a:srgbClr val="F26B43"/>
          </p15:clr>
        </p15:guide>
        <p15:guide id="8" orient="horz" pos="2886">
          <p15:clr>
            <a:srgbClr val="F26B43"/>
          </p15:clr>
        </p15:guide>
        <p15:guide id="9" orient="horz" pos="431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42" Type="http://schemas.openxmlformats.org/officeDocument/2006/relationships/image" Target="../media/image26.png"/><Relationship Id="rId2" Type="http://schemas.openxmlformats.org/officeDocument/2006/relationships/slideLayout" Target="../slideLayouts/slideLayout5.xml"/><Relationship Id="rId1" Type="http://schemas.openxmlformats.org/officeDocument/2006/relationships/video" Target="https://www.youtube.com/embed/t96LNX6tk0U?feature=oembed" TargetMode="External"/><Relationship Id="rId6" Type="http://schemas.openxmlformats.org/officeDocument/2006/relationships/customXml" Target="../ink/ink1.xml"/><Relationship Id="rId5" Type="http://schemas.openxmlformats.org/officeDocument/2006/relationships/image" Target="../media/image7.png"/><Relationship Id="rId4" Type="http://schemas.openxmlformats.org/officeDocument/2006/relationships/image" Target="../media/image6.jpeg"/><Relationship Id="rId43" Type="http://schemas.openxmlformats.org/officeDocument/2006/relationships/customXml" Target="../ink/ink2.xml"/><Relationship Id="rId236" Type="http://schemas.openxmlformats.org/officeDocument/2006/relationships/image" Target="../media/image12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xml"/><Relationship Id="rId16" Type="http://schemas.openxmlformats.org/officeDocument/2006/relationships/image" Target="../media/image26.png"/><Relationship Id="rId1" Type="http://schemas.openxmlformats.org/officeDocument/2006/relationships/slideLayout" Target="../slideLayouts/slideLayout5.xml"/><Relationship Id="rId11" Type="http://schemas.openxmlformats.org/officeDocument/2006/relationships/customXml" Target="../ink/ink4.xml"/><Relationship Id="rId10" Type="http://schemas.openxmlformats.org/officeDocument/2006/relationships/image" Target="../media/image146.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35300" y="4043088"/>
            <a:ext cx="8560955" cy="1530861"/>
          </a:xfrm>
        </p:spPr>
        <p:txBody>
          <a:bodyPr>
            <a:noAutofit/>
          </a:bodyPr>
          <a:lstStyle/>
          <a:p>
            <a:r>
              <a:rPr lang="en-US" dirty="0"/>
              <a:t>Personal Finance</a:t>
            </a:r>
            <a:br>
              <a:rPr lang="en-US" dirty="0"/>
            </a:br>
            <a:r>
              <a:rPr lang="en-US" sz="4000" dirty="0"/>
              <a:t>Personal Financial Statements</a:t>
            </a:r>
            <a:endParaRPr lang="en-US" sz="5400" dirty="0"/>
          </a:p>
        </p:txBody>
      </p:sp>
      <p:sp>
        <p:nvSpPr>
          <p:cNvPr id="3" name="TextBox 2">
            <a:extLst>
              <a:ext uri="{FF2B5EF4-FFF2-40B4-BE49-F238E27FC236}">
                <a16:creationId xmlns:a16="http://schemas.microsoft.com/office/drawing/2014/main" id="{CD20C0FF-36A9-9089-5967-15A84A34B572}"/>
              </a:ext>
            </a:extLst>
          </p:cNvPr>
          <p:cNvSpPr txBox="1"/>
          <p:nvPr/>
        </p:nvSpPr>
        <p:spPr>
          <a:xfrm>
            <a:off x="8269396" y="5573949"/>
            <a:ext cx="3326859" cy="369332"/>
          </a:xfrm>
          <a:prstGeom prst="rect">
            <a:avLst/>
          </a:prstGeom>
          <a:noFill/>
        </p:spPr>
        <p:txBody>
          <a:bodyPr wrap="square" rtlCol="0">
            <a:spAutoFit/>
          </a:bodyPr>
          <a:lstStyle/>
          <a:p>
            <a:r>
              <a:rPr lang="en-US" dirty="0"/>
              <a:t>Gustavo Mota – Spring 2026</a:t>
            </a:r>
          </a:p>
        </p:txBody>
      </p:sp>
    </p:spTree>
    <p:extLst>
      <p:ext uri="{BB962C8B-B14F-4D97-AF65-F5344CB8AC3E}">
        <p14:creationId xmlns:p14="http://schemas.microsoft.com/office/powerpoint/2010/main" val="183764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building with a tower&#10;&#10;AI-generated content may be incorrect.">
            <a:extLst>
              <a:ext uri="{FF2B5EF4-FFF2-40B4-BE49-F238E27FC236}">
                <a16:creationId xmlns:a16="http://schemas.microsoft.com/office/drawing/2014/main" id="{021B8162-4997-CC03-FDFB-15AC2088284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8622" r="38622"/>
          <a:stretch>
            <a:fillRect/>
          </a:stretch>
        </p:blipFill>
        <p:spPr/>
      </p:pic>
      <p:sp>
        <p:nvSpPr>
          <p:cNvPr id="3" name="Title 2">
            <a:extLst>
              <a:ext uri="{FF2B5EF4-FFF2-40B4-BE49-F238E27FC236}">
                <a16:creationId xmlns:a16="http://schemas.microsoft.com/office/drawing/2014/main" id="{C551D13F-ED02-0193-288B-8899D321426E}"/>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4F117C0D-1CB1-1F2E-44AB-1C3289CBAE07}"/>
              </a:ext>
            </a:extLst>
          </p:cNvPr>
          <p:cNvSpPr>
            <a:spLocks noGrp="1"/>
          </p:cNvSpPr>
          <p:nvPr>
            <p:ph type="body" sz="quarter" idx="14"/>
          </p:nvPr>
        </p:nvSpPr>
        <p:spPr/>
        <p:txBody>
          <a:bodyPr/>
          <a:lstStyle/>
          <a:p>
            <a:r>
              <a:rPr lang="en-US" dirty="0"/>
              <a:t>Personal Financial Statements</a:t>
            </a:r>
            <a:endParaRPr lang="en-US" dirty="0">
              <a:solidFill>
                <a:schemeClr val="bg1">
                  <a:lumMod val="50000"/>
                </a:schemeClr>
              </a:solidFill>
            </a:endParaRPr>
          </a:p>
          <a:p>
            <a:r>
              <a:rPr lang="en-US" dirty="0">
                <a:solidFill>
                  <a:schemeClr val="tx2"/>
                </a:solidFill>
              </a:rPr>
              <a:t>Balance Sheet</a:t>
            </a:r>
          </a:p>
          <a:p>
            <a:r>
              <a:rPr lang="en-US" dirty="0">
                <a:solidFill>
                  <a:schemeClr val="tx2"/>
                </a:solidFill>
              </a:rPr>
              <a:t>Cashflow</a:t>
            </a:r>
          </a:p>
          <a:p>
            <a:r>
              <a:rPr lang="en-US" dirty="0"/>
              <a:t>Ratios</a:t>
            </a:r>
          </a:p>
          <a:p>
            <a:r>
              <a:rPr lang="en-US" dirty="0"/>
              <a:t>Budget</a:t>
            </a:r>
          </a:p>
        </p:txBody>
      </p:sp>
    </p:spTree>
    <p:extLst>
      <p:ext uri="{BB962C8B-B14F-4D97-AF65-F5344CB8AC3E}">
        <p14:creationId xmlns:p14="http://schemas.microsoft.com/office/powerpoint/2010/main" val="1040485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8D6D1-AC5A-5825-F0AE-96B2ACBA0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7CA9B-7417-87B3-24D7-888DEEB46BC7}"/>
              </a:ext>
            </a:extLst>
          </p:cNvPr>
          <p:cNvSpPr>
            <a:spLocks noGrp="1"/>
          </p:cNvSpPr>
          <p:nvPr>
            <p:ph type="title"/>
          </p:nvPr>
        </p:nvSpPr>
        <p:spPr/>
        <p:txBody>
          <a:bodyPr>
            <a:normAutofit/>
          </a:bodyPr>
          <a:lstStyle/>
          <a:p>
            <a:r>
              <a:rPr lang="es-419" dirty="0" err="1"/>
              <a:t>Why</a:t>
            </a:r>
            <a:r>
              <a:rPr lang="es-419" dirty="0"/>
              <a:t> </a:t>
            </a:r>
            <a:r>
              <a:rPr lang="es-419" dirty="0" err="1"/>
              <a:t>we</a:t>
            </a:r>
            <a:r>
              <a:rPr lang="es-419" dirty="0"/>
              <a:t> </a:t>
            </a:r>
            <a:r>
              <a:rPr lang="es-419" dirty="0" err="1"/>
              <a:t>need</a:t>
            </a:r>
            <a:r>
              <a:rPr lang="es-419" dirty="0"/>
              <a:t> </a:t>
            </a:r>
            <a:r>
              <a:rPr lang="es-419" dirty="0" err="1"/>
              <a:t>this</a:t>
            </a:r>
            <a:r>
              <a:rPr lang="es-419" dirty="0"/>
              <a:t>?</a:t>
            </a:r>
            <a:endParaRPr lang="en-US" dirty="0"/>
          </a:p>
        </p:txBody>
      </p:sp>
      <p:sp>
        <p:nvSpPr>
          <p:cNvPr id="10" name="Text Placeholder 2">
            <a:extLst>
              <a:ext uri="{FF2B5EF4-FFF2-40B4-BE49-F238E27FC236}">
                <a16:creationId xmlns:a16="http://schemas.microsoft.com/office/drawing/2014/main" id="{7E6E6D6D-2818-6365-64D7-AB7E4D9A0534}"/>
              </a:ext>
            </a:extLst>
          </p:cNvPr>
          <p:cNvSpPr>
            <a:spLocks noGrp="1"/>
          </p:cNvSpPr>
          <p:nvPr>
            <p:ph type="body" sz="quarter" idx="12"/>
          </p:nvPr>
        </p:nvSpPr>
        <p:spPr>
          <a:xfrm>
            <a:off x="838200" y="2039416"/>
            <a:ext cx="6037521" cy="4141644"/>
          </a:xfrm>
        </p:spPr>
        <p:txBody>
          <a:bodyPr>
            <a:normAutofit lnSpcReduction="10000"/>
          </a:bodyPr>
          <a:lstStyle/>
          <a:p>
            <a:pPr marL="342900" indent="-342900">
              <a:buFont typeface="Arial" panose="020B0604020202020204" pitchFamily="34" charset="0"/>
              <a:buChar char="•"/>
            </a:pPr>
            <a:r>
              <a:rPr lang="en-GB" altLang="en-US" dirty="0">
                <a:ea typeface="ＭＳ Ｐゴシック" panose="020B0600070205080204" pitchFamily="34" charset="-128"/>
              </a:rPr>
              <a:t>To ensure that personal expenditure does not exceed income. You become more realistic on what you can afford and what you cannot. </a:t>
            </a:r>
          </a:p>
          <a:p>
            <a:pPr marL="342900" indent="-342900">
              <a:buFont typeface="Arial" panose="020B0604020202020204" pitchFamily="34" charset="0"/>
              <a:buChar char="•"/>
            </a:pPr>
            <a:r>
              <a:rPr lang="en-GB" altLang="en-US" dirty="0">
                <a:ea typeface="ＭＳ Ｐゴシック" panose="020B0600070205080204" pitchFamily="34" charset="-128"/>
              </a:rPr>
              <a:t>To help start a savings plan, perhaps to save for a deposit on a property. Having control is the first step for further projections.</a:t>
            </a:r>
          </a:p>
          <a:p>
            <a:pPr marL="342900" indent="-342900">
              <a:buFont typeface="Arial" panose="020B0604020202020204" pitchFamily="34" charset="0"/>
              <a:buChar char="•"/>
            </a:pPr>
            <a:r>
              <a:rPr lang="en-GB" altLang="en-US" dirty="0">
                <a:ea typeface="ＭＳ Ｐゴシック" panose="020B0600070205080204" pitchFamily="34" charset="-128"/>
              </a:rPr>
              <a:t>To work out how to afford a big budget item, such as a car or major holiday. Allows to stop dreaming and start planning. </a:t>
            </a:r>
          </a:p>
          <a:p>
            <a:pPr marL="342900" indent="-342900">
              <a:buFont typeface="Arial" panose="020B0604020202020204" pitchFamily="34" charset="0"/>
              <a:buChar char="•"/>
            </a:pPr>
            <a:r>
              <a:rPr lang="en-GB" altLang="en-US" dirty="0">
                <a:ea typeface="ＭＳ Ｐゴシック" panose="020B0600070205080204" pitchFamily="34" charset="-128"/>
              </a:rPr>
              <a:t>To build up a reserve to cover expenses that may arise from unexpected future events</a:t>
            </a:r>
          </a:p>
          <a:p>
            <a:pPr marL="342900" indent="-342900">
              <a:buFont typeface="Arial" panose="020B0604020202020204" pitchFamily="34" charset="0"/>
              <a:buChar char="•"/>
            </a:pPr>
            <a:r>
              <a:rPr lang="en-GB" altLang="en-US" dirty="0">
                <a:ea typeface="ＭＳ Ｐゴシック" panose="020B0600070205080204" pitchFamily="34" charset="-128"/>
              </a:rPr>
              <a:t>To pay off debts</a:t>
            </a:r>
          </a:p>
          <a:p>
            <a:pPr marL="342900" indent="-342900">
              <a:buFont typeface="Arial" panose="020B0604020202020204" pitchFamily="34" charset="0"/>
              <a:buChar char="•"/>
            </a:pPr>
            <a:r>
              <a:rPr lang="en-GB" altLang="en-US" dirty="0">
                <a:ea typeface="ＭＳ Ｐゴシック" panose="020B0600070205080204" pitchFamily="34" charset="-128"/>
              </a:rPr>
              <a:t>In summary, in order to take action we need to become conscious first.</a:t>
            </a:r>
          </a:p>
        </p:txBody>
      </p:sp>
      <p:pic>
        <p:nvPicPr>
          <p:cNvPr id="3" name="Online Media 2" title="Dustin Hoffman's Mental Accounting">
            <a:hlinkClick r:id="" action="ppaction://media"/>
            <a:extLst>
              <a:ext uri="{FF2B5EF4-FFF2-40B4-BE49-F238E27FC236}">
                <a16:creationId xmlns:a16="http://schemas.microsoft.com/office/drawing/2014/main" id="{BD900905-FBCE-64CC-E920-0A12364313AD}"/>
              </a:ext>
            </a:extLst>
          </p:cNvPr>
          <p:cNvPicPr>
            <a:picLocks noRot="1" noChangeAspect="1"/>
          </p:cNvPicPr>
          <p:nvPr>
            <a:videoFile r:link="rId1"/>
          </p:nvPr>
        </p:nvPicPr>
        <p:blipFill>
          <a:blip r:embed="rId4"/>
          <a:stretch>
            <a:fillRect/>
          </a:stretch>
        </p:blipFill>
        <p:spPr>
          <a:xfrm>
            <a:off x="7421069" y="1440450"/>
            <a:ext cx="3048457" cy="2286343"/>
          </a:xfrm>
          <a:prstGeom prst="roundRect">
            <a:avLst/>
          </a:prstGeom>
        </p:spPr>
      </p:pic>
      <p:pic>
        <p:nvPicPr>
          <p:cNvPr id="5" name="Picture 4">
            <a:extLst>
              <a:ext uri="{FF2B5EF4-FFF2-40B4-BE49-F238E27FC236}">
                <a16:creationId xmlns:a16="http://schemas.microsoft.com/office/drawing/2014/main" id="{BB42B01F-A38E-2338-3073-62FB7ED26CC9}"/>
              </a:ext>
            </a:extLst>
          </p:cNvPr>
          <p:cNvPicPr>
            <a:picLocks noChangeAspect="1"/>
          </p:cNvPicPr>
          <p:nvPr/>
        </p:nvPicPr>
        <p:blipFill>
          <a:blip r:embed="rId5"/>
          <a:stretch>
            <a:fillRect/>
          </a:stretch>
        </p:blipFill>
        <p:spPr>
          <a:xfrm>
            <a:off x="7506129" y="3980401"/>
            <a:ext cx="3048457" cy="2032304"/>
          </a:xfrm>
          <a:prstGeom prst="roundRect">
            <a:avLst>
              <a:gd name="adj" fmla="val 8594"/>
            </a:avLst>
          </a:prstGeom>
          <a:solidFill>
            <a:srgbClr val="FFFFFF">
              <a:shade val="85000"/>
            </a:srgbClr>
          </a:solidFill>
          <a:ln>
            <a:noFill/>
          </a:ln>
          <a:effectLst/>
        </p:spPr>
      </p:pic>
      <mc:AlternateContent xmlns:mc="http://schemas.openxmlformats.org/markup-compatibility/2006" xmlns:p14="http://schemas.microsoft.com/office/powerpoint/2010/main">
        <mc:Choice Requires="p14">
          <p:contentPart p14:bwMode="auto" r:id="rId6">
            <p14:nvContentPartPr>
              <p14:cNvPr id="42" name="Ink 41">
                <a:extLst>
                  <a:ext uri="{FF2B5EF4-FFF2-40B4-BE49-F238E27FC236}">
                    <a16:creationId xmlns:a16="http://schemas.microsoft.com/office/drawing/2014/main" id="{03AAB6F6-A618-ADA1-CA8F-018ACF82018B}"/>
                  </a:ext>
                </a:extLst>
              </p14:cNvPr>
              <p14:cNvContentPartPr/>
              <p14:nvPr/>
            </p14:nvContentPartPr>
            <p14:xfrm>
              <a:off x="5640120" y="994430"/>
              <a:ext cx="360" cy="360"/>
            </p14:xfrm>
          </p:contentPart>
        </mc:Choice>
        <mc:Fallback xmlns="">
          <p:pic>
            <p:nvPicPr>
              <p:cNvPr id="42" name="Ink 41">
                <a:extLst>
                  <a:ext uri="{FF2B5EF4-FFF2-40B4-BE49-F238E27FC236}">
                    <a16:creationId xmlns:a16="http://schemas.microsoft.com/office/drawing/2014/main" id="{03AAB6F6-A618-ADA1-CA8F-018ACF82018B}"/>
                  </a:ext>
                </a:extLst>
              </p:cNvPr>
              <p:cNvPicPr/>
              <p:nvPr/>
            </p:nvPicPr>
            <p:blipFill>
              <a:blip r:embed="rId42"/>
              <a:stretch>
                <a:fillRect/>
              </a:stretch>
            </p:blipFill>
            <p:spPr>
              <a:xfrm>
                <a:off x="5635800" y="99011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47" name="Ink 146">
                <a:extLst>
                  <a:ext uri="{FF2B5EF4-FFF2-40B4-BE49-F238E27FC236}">
                    <a16:creationId xmlns:a16="http://schemas.microsoft.com/office/drawing/2014/main" id="{230717E7-B150-A136-EFBF-DF8FB4B26536}"/>
                  </a:ext>
                </a:extLst>
              </p14:cNvPr>
              <p14:cNvContentPartPr/>
              <p14:nvPr/>
            </p14:nvContentPartPr>
            <p14:xfrm>
              <a:off x="7524000" y="4166030"/>
              <a:ext cx="12240" cy="19440"/>
            </p14:xfrm>
          </p:contentPart>
        </mc:Choice>
        <mc:Fallback xmlns="">
          <p:pic>
            <p:nvPicPr>
              <p:cNvPr id="147" name="Ink 146">
                <a:extLst>
                  <a:ext uri="{FF2B5EF4-FFF2-40B4-BE49-F238E27FC236}">
                    <a16:creationId xmlns:a16="http://schemas.microsoft.com/office/drawing/2014/main" id="{230717E7-B150-A136-EFBF-DF8FB4B26536}"/>
                  </a:ext>
                </a:extLst>
              </p:cNvPr>
              <p:cNvPicPr/>
              <p:nvPr/>
            </p:nvPicPr>
            <p:blipFill>
              <a:blip r:embed="rId236"/>
              <a:stretch>
                <a:fillRect/>
              </a:stretch>
            </p:blipFill>
            <p:spPr>
              <a:xfrm>
                <a:off x="7519680" y="4161710"/>
                <a:ext cx="20880" cy="28080"/>
              </a:xfrm>
              <a:prstGeom prst="rect">
                <a:avLst/>
              </a:prstGeom>
            </p:spPr>
          </p:pic>
        </mc:Fallback>
      </mc:AlternateContent>
    </p:spTree>
    <p:extLst>
      <p:ext uri="{BB962C8B-B14F-4D97-AF65-F5344CB8AC3E}">
        <p14:creationId xmlns:p14="http://schemas.microsoft.com/office/powerpoint/2010/main" val="369910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8757-BB1D-1BCE-DDBC-EA79C63FF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91E6D-4893-7902-2A09-537D13AE3938}"/>
              </a:ext>
            </a:extLst>
          </p:cNvPr>
          <p:cNvSpPr>
            <a:spLocks noGrp="1"/>
          </p:cNvSpPr>
          <p:nvPr>
            <p:ph type="title"/>
          </p:nvPr>
        </p:nvSpPr>
        <p:spPr/>
        <p:txBody>
          <a:bodyPr>
            <a:normAutofit/>
          </a:bodyPr>
          <a:lstStyle/>
          <a:p>
            <a:r>
              <a:rPr lang="es-419" dirty="0" err="1"/>
              <a:t>Sources</a:t>
            </a:r>
            <a:r>
              <a:rPr lang="es-419" dirty="0"/>
              <a:t> </a:t>
            </a:r>
            <a:r>
              <a:rPr lang="es-419" dirty="0" err="1"/>
              <a:t>of</a:t>
            </a:r>
            <a:r>
              <a:rPr lang="es-419" dirty="0"/>
              <a:t> </a:t>
            </a:r>
            <a:r>
              <a:rPr lang="es-419" dirty="0" err="1"/>
              <a:t>information</a:t>
            </a:r>
            <a:endParaRPr lang="en-US" dirty="0"/>
          </a:p>
        </p:txBody>
      </p:sp>
      <p:sp>
        <p:nvSpPr>
          <p:cNvPr id="10" name="Text Placeholder 2">
            <a:extLst>
              <a:ext uri="{FF2B5EF4-FFF2-40B4-BE49-F238E27FC236}">
                <a16:creationId xmlns:a16="http://schemas.microsoft.com/office/drawing/2014/main" id="{6DBCF575-05B5-8880-17E1-BB024D00F98A}"/>
              </a:ext>
            </a:extLst>
          </p:cNvPr>
          <p:cNvSpPr>
            <a:spLocks noGrp="1"/>
          </p:cNvSpPr>
          <p:nvPr>
            <p:ph type="body" sz="quarter" idx="12"/>
          </p:nvPr>
        </p:nvSpPr>
        <p:spPr>
          <a:xfrm>
            <a:off x="838200" y="1890562"/>
            <a:ext cx="3457353" cy="4212528"/>
          </a:xfrm>
        </p:spPr>
        <p:txBody>
          <a:bodyPr>
            <a:normAutofit/>
          </a:bodyPr>
          <a:lstStyle/>
          <a:p>
            <a:pPr marL="342900" indent="-342900">
              <a:buFont typeface="Arial" panose="020B0604020202020204" pitchFamily="34" charset="0"/>
              <a:buChar char="•"/>
              <a:defRPr/>
            </a:pPr>
            <a:r>
              <a:rPr lang="en-US" dirty="0" err="1"/>
              <a:t>Payslips</a:t>
            </a:r>
            <a:endParaRPr lang="en-US" dirty="0"/>
          </a:p>
          <a:p>
            <a:pPr marL="342900" indent="-342900">
              <a:buFont typeface="Arial" panose="020B0604020202020204" pitchFamily="34" charset="0"/>
              <a:buChar char="•"/>
              <a:defRPr/>
            </a:pPr>
            <a:r>
              <a:rPr lang="en-US" dirty="0"/>
              <a:t>Receipts</a:t>
            </a:r>
          </a:p>
          <a:p>
            <a:pPr marL="342900" indent="-342900">
              <a:buFont typeface="Arial" panose="020B0604020202020204" pitchFamily="34" charset="0"/>
              <a:buChar char="•"/>
              <a:defRPr/>
            </a:pPr>
            <a:r>
              <a:rPr lang="en-US" dirty="0"/>
              <a:t>Readings from meters at home</a:t>
            </a:r>
          </a:p>
          <a:p>
            <a:pPr marL="342900" indent="-342900">
              <a:buFont typeface="Arial" panose="020B0604020202020204" pitchFamily="34" charset="0"/>
              <a:buChar char="•"/>
              <a:defRPr/>
            </a:pPr>
            <a:r>
              <a:rPr lang="en-US" dirty="0"/>
              <a:t>Credit card statements</a:t>
            </a:r>
          </a:p>
          <a:p>
            <a:pPr marL="342900" indent="-342900">
              <a:buFont typeface="Arial" panose="020B0604020202020204" pitchFamily="34" charset="0"/>
              <a:buChar char="•"/>
              <a:defRPr/>
            </a:pPr>
            <a:r>
              <a:rPr lang="en-US" dirty="0"/>
              <a:t>Bills</a:t>
            </a:r>
          </a:p>
          <a:p>
            <a:pPr marL="342900" indent="-342900">
              <a:buFont typeface="Arial" panose="020B0604020202020204" pitchFamily="34" charset="0"/>
              <a:buChar char="•"/>
              <a:defRPr/>
            </a:pPr>
            <a:r>
              <a:rPr lang="en-US" dirty="0"/>
              <a:t>Bank statements</a:t>
            </a:r>
          </a:p>
          <a:p>
            <a:pPr marL="342900" indent="-342900">
              <a:buFont typeface="Arial" panose="020B0604020202020204" pitchFamily="34" charset="0"/>
              <a:buChar char="•"/>
              <a:defRPr/>
            </a:pPr>
            <a:r>
              <a:rPr lang="en-US" dirty="0"/>
              <a:t>Revolut features</a:t>
            </a:r>
          </a:p>
          <a:p>
            <a:pPr>
              <a:defRPr/>
            </a:pPr>
            <a:endParaRPr lang="en-US" dirty="0"/>
          </a:p>
        </p:txBody>
      </p:sp>
      <p:pic>
        <p:nvPicPr>
          <p:cNvPr id="4" name="Picture 3">
            <a:extLst>
              <a:ext uri="{FF2B5EF4-FFF2-40B4-BE49-F238E27FC236}">
                <a16:creationId xmlns:a16="http://schemas.microsoft.com/office/drawing/2014/main" id="{24F14F6D-0655-4843-F135-2983BB73B0AE}"/>
              </a:ext>
            </a:extLst>
          </p:cNvPr>
          <p:cNvPicPr>
            <a:picLocks noChangeAspect="1"/>
          </p:cNvPicPr>
          <p:nvPr/>
        </p:nvPicPr>
        <p:blipFill>
          <a:blip r:embed="rId2"/>
          <a:stretch>
            <a:fillRect/>
          </a:stretch>
        </p:blipFill>
        <p:spPr>
          <a:xfrm>
            <a:off x="6237767" y="1750276"/>
            <a:ext cx="5690190" cy="3119758"/>
          </a:xfrm>
          <a:prstGeom prst="rect">
            <a:avLst/>
          </a:prstGeom>
        </p:spPr>
      </p:pic>
      <p:pic>
        <p:nvPicPr>
          <p:cNvPr id="6" name="Picture 5">
            <a:extLst>
              <a:ext uri="{FF2B5EF4-FFF2-40B4-BE49-F238E27FC236}">
                <a16:creationId xmlns:a16="http://schemas.microsoft.com/office/drawing/2014/main" id="{8911165E-52FE-73AF-337A-E6E7F01EBFD4}"/>
              </a:ext>
            </a:extLst>
          </p:cNvPr>
          <p:cNvPicPr>
            <a:picLocks noChangeAspect="1"/>
          </p:cNvPicPr>
          <p:nvPr/>
        </p:nvPicPr>
        <p:blipFill>
          <a:blip r:embed="rId3"/>
          <a:srcRect l="2539" t="4187" r="1419" b="4621"/>
          <a:stretch>
            <a:fillRect/>
          </a:stretch>
        </p:blipFill>
        <p:spPr>
          <a:xfrm>
            <a:off x="5160338" y="4075813"/>
            <a:ext cx="2736111" cy="2098159"/>
          </a:xfrm>
          <a:prstGeom prst="rect">
            <a:avLst/>
          </a:prstGeom>
        </p:spPr>
      </p:pic>
    </p:spTree>
    <p:extLst>
      <p:ext uri="{BB962C8B-B14F-4D97-AF65-F5344CB8AC3E}">
        <p14:creationId xmlns:p14="http://schemas.microsoft.com/office/powerpoint/2010/main" val="260760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C885-53C8-E7B8-1938-0E5070C63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14DE4-1F7F-5502-7035-D21068B59EE0}"/>
              </a:ext>
            </a:extLst>
          </p:cNvPr>
          <p:cNvSpPr>
            <a:spLocks noGrp="1"/>
          </p:cNvSpPr>
          <p:nvPr>
            <p:ph type="title"/>
          </p:nvPr>
        </p:nvSpPr>
        <p:spPr/>
        <p:txBody>
          <a:bodyPr>
            <a:normAutofit/>
          </a:bodyPr>
          <a:lstStyle/>
          <a:p>
            <a:r>
              <a:rPr lang="es-419" dirty="0"/>
              <a:t>Balance </a:t>
            </a:r>
            <a:r>
              <a:rPr lang="es-419" dirty="0" err="1"/>
              <a:t>Sheet</a:t>
            </a:r>
            <a:endParaRPr lang="en-US" dirty="0"/>
          </a:p>
        </p:txBody>
      </p:sp>
      <p:sp>
        <p:nvSpPr>
          <p:cNvPr id="10" name="Text Placeholder 2">
            <a:extLst>
              <a:ext uri="{FF2B5EF4-FFF2-40B4-BE49-F238E27FC236}">
                <a16:creationId xmlns:a16="http://schemas.microsoft.com/office/drawing/2014/main" id="{80A5A10B-B45A-EEFD-1018-2FF64F3D9A2A}"/>
              </a:ext>
            </a:extLst>
          </p:cNvPr>
          <p:cNvSpPr>
            <a:spLocks noGrp="1"/>
          </p:cNvSpPr>
          <p:nvPr>
            <p:ph type="body" sz="quarter" idx="12"/>
          </p:nvPr>
        </p:nvSpPr>
        <p:spPr>
          <a:xfrm>
            <a:off x="666307" y="2085109"/>
            <a:ext cx="4238846" cy="3827070"/>
          </a:xfrm>
        </p:spPr>
        <p:txBody>
          <a:bodyPr>
            <a:normAutofit fontScale="92500" lnSpcReduction="20000"/>
          </a:bodyPr>
          <a:lstStyle/>
          <a:p>
            <a:r>
              <a:rPr lang="en-US" dirty="0"/>
              <a:t>A balance sheet is a financial snapshot at a point in time.</a:t>
            </a:r>
          </a:p>
          <a:p>
            <a:r>
              <a:rPr lang="en-US" dirty="0"/>
              <a:t>It shows: </a:t>
            </a:r>
          </a:p>
          <a:p>
            <a:pPr marL="342900" indent="-342900">
              <a:buFont typeface="Arial" panose="020B0604020202020204" pitchFamily="34" charset="0"/>
              <a:buChar char="•"/>
            </a:pPr>
            <a:r>
              <a:rPr lang="en-US" dirty="0"/>
              <a:t>Assets (what you own)</a:t>
            </a:r>
          </a:p>
          <a:p>
            <a:pPr marL="342900" indent="-342900">
              <a:buFont typeface="Arial" panose="020B0604020202020204" pitchFamily="34" charset="0"/>
              <a:buChar char="•"/>
            </a:pPr>
            <a:r>
              <a:rPr lang="en-US" dirty="0"/>
              <a:t>Liabilities (what you owe)</a:t>
            </a:r>
          </a:p>
          <a:p>
            <a:pPr marL="342900" indent="-342900">
              <a:buFont typeface="Arial" panose="020B0604020202020204" pitchFamily="34" charset="0"/>
              <a:buChar char="•"/>
            </a:pPr>
            <a:r>
              <a:rPr lang="en-US" dirty="0"/>
              <a:t>Net Worth = Assets – Liabilities</a:t>
            </a:r>
          </a:p>
          <a:p>
            <a:endParaRPr lang="en-US" dirty="0"/>
          </a:p>
          <a:p>
            <a:r>
              <a:rPr lang="en-US" dirty="0"/>
              <a:t>Balance sheet is known to be a static measure (</a:t>
            </a:r>
            <a:r>
              <a:rPr lang="en-US" dirty="0" err="1"/>
              <a:t>ie</a:t>
            </a:r>
            <a:r>
              <a:rPr lang="en-US" dirty="0"/>
              <a:t>. </a:t>
            </a:r>
            <a:r>
              <a:rPr lang="en-US" i="1" dirty="0"/>
              <a:t>As of Today</a:t>
            </a:r>
            <a:r>
              <a:rPr lang="en-US" dirty="0"/>
              <a:t>)</a:t>
            </a:r>
          </a:p>
          <a:p>
            <a:r>
              <a:rPr lang="en-US" dirty="0"/>
              <a:t>Net worth can be </a:t>
            </a:r>
            <a:r>
              <a:rPr lang="en-US" b="1" dirty="0"/>
              <a:t>positive or negative</a:t>
            </a:r>
            <a:r>
              <a:rPr lang="en-US" dirty="0"/>
              <a:t> — negative is common early in life (student loans, mortgages). What matters is the </a:t>
            </a:r>
            <a:r>
              <a:rPr lang="en-US" b="1" dirty="0"/>
              <a:t>trend</a:t>
            </a:r>
            <a:r>
              <a:rPr lang="en-US" dirty="0"/>
              <a:t>.</a:t>
            </a:r>
          </a:p>
          <a:p>
            <a:endParaRPr lang="en-US" i="1" dirty="0"/>
          </a:p>
        </p:txBody>
      </p:sp>
      <p:graphicFrame>
        <p:nvGraphicFramePr>
          <p:cNvPr id="11" name="Table 10">
            <a:extLst>
              <a:ext uri="{FF2B5EF4-FFF2-40B4-BE49-F238E27FC236}">
                <a16:creationId xmlns:a16="http://schemas.microsoft.com/office/drawing/2014/main" id="{4F864E7C-77A9-5ACE-DF65-CB98D56B09CD}"/>
              </a:ext>
            </a:extLst>
          </p:cNvPr>
          <p:cNvGraphicFramePr>
            <a:graphicFrameLocks noGrp="1"/>
          </p:cNvGraphicFramePr>
          <p:nvPr>
            <p:extLst>
              <p:ext uri="{D42A27DB-BD31-4B8C-83A1-F6EECF244321}">
                <p14:modId xmlns:p14="http://schemas.microsoft.com/office/powerpoint/2010/main" val="923807084"/>
              </p:ext>
            </p:extLst>
          </p:nvPr>
        </p:nvGraphicFramePr>
        <p:xfrm>
          <a:off x="5479312" y="2055774"/>
          <a:ext cx="5874488" cy="3874497"/>
        </p:xfrm>
        <a:graphic>
          <a:graphicData uri="http://schemas.openxmlformats.org/drawingml/2006/table">
            <a:tbl>
              <a:tblPr>
                <a:tableStyleId>{284E427A-3D55-4303-BF80-6455036E1DE7}</a:tableStyleId>
              </a:tblPr>
              <a:tblGrid>
                <a:gridCol w="1468622">
                  <a:extLst>
                    <a:ext uri="{9D8B030D-6E8A-4147-A177-3AD203B41FA5}">
                      <a16:colId xmlns:a16="http://schemas.microsoft.com/office/drawing/2014/main" val="3986829134"/>
                    </a:ext>
                  </a:extLst>
                </a:gridCol>
                <a:gridCol w="1468622">
                  <a:extLst>
                    <a:ext uri="{9D8B030D-6E8A-4147-A177-3AD203B41FA5}">
                      <a16:colId xmlns:a16="http://schemas.microsoft.com/office/drawing/2014/main" val="881164287"/>
                    </a:ext>
                  </a:extLst>
                </a:gridCol>
                <a:gridCol w="1468622">
                  <a:extLst>
                    <a:ext uri="{9D8B030D-6E8A-4147-A177-3AD203B41FA5}">
                      <a16:colId xmlns:a16="http://schemas.microsoft.com/office/drawing/2014/main" val="3408165067"/>
                    </a:ext>
                  </a:extLst>
                </a:gridCol>
                <a:gridCol w="1468622">
                  <a:extLst>
                    <a:ext uri="{9D8B030D-6E8A-4147-A177-3AD203B41FA5}">
                      <a16:colId xmlns:a16="http://schemas.microsoft.com/office/drawing/2014/main" val="3264450147"/>
                    </a:ext>
                  </a:extLst>
                </a:gridCol>
              </a:tblGrid>
              <a:tr h="434279">
                <a:tc>
                  <a:txBody>
                    <a:bodyPr/>
                    <a:lstStyle/>
                    <a:p>
                      <a:pPr>
                        <a:buNone/>
                      </a:pPr>
                      <a:r>
                        <a:rPr lang="en-US" b="1"/>
                        <a:t>Assets</a:t>
                      </a:r>
                      <a:endParaRPr lang="en-US"/>
                    </a:p>
                  </a:txBody>
                  <a:tcPr anchor="ctr"/>
                </a:tc>
                <a:tc>
                  <a:txBody>
                    <a:bodyPr/>
                    <a:lstStyle/>
                    <a:p>
                      <a:pPr>
                        <a:buNone/>
                      </a:pPr>
                      <a:r>
                        <a:rPr lang="en-US" dirty="0"/>
                        <a:t>€</a:t>
                      </a:r>
                    </a:p>
                  </a:txBody>
                  <a:tcPr anchor="ctr"/>
                </a:tc>
                <a:tc>
                  <a:txBody>
                    <a:bodyPr/>
                    <a:lstStyle/>
                    <a:p>
                      <a:pPr>
                        <a:buNone/>
                      </a:pPr>
                      <a:r>
                        <a:rPr lang="en-US" b="1"/>
                        <a:t>Liabilities</a:t>
                      </a:r>
                      <a:endParaRPr lang="en-US"/>
                    </a:p>
                  </a:txBody>
                  <a:tcPr anchor="ctr"/>
                </a:tc>
                <a:tc>
                  <a:txBody>
                    <a:bodyPr/>
                    <a:lstStyle/>
                    <a:p>
                      <a:pPr>
                        <a:buNone/>
                      </a:pPr>
                      <a:r>
                        <a:rPr lang="en-US"/>
                        <a:t>€</a:t>
                      </a:r>
                    </a:p>
                  </a:txBody>
                  <a:tcPr anchor="ctr"/>
                </a:tc>
                <a:extLst>
                  <a:ext uri="{0D108BD9-81ED-4DB2-BD59-A6C34878D82A}">
                    <a16:rowId xmlns:a16="http://schemas.microsoft.com/office/drawing/2014/main" val="1626810118"/>
                  </a:ext>
                </a:extLst>
              </a:tr>
              <a:tr h="759989">
                <a:tc>
                  <a:txBody>
                    <a:bodyPr/>
                    <a:lstStyle/>
                    <a:p>
                      <a:pPr>
                        <a:buNone/>
                      </a:pPr>
                      <a:r>
                        <a:rPr lang="en-US"/>
                        <a:t>Cash</a:t>
                      </a:r>
                    </a:p>
                  </a:txBody>
                  <a:tcPr anchor="ctr"/>
                </a:tc>
                <a:tc>
                  <a:txBody>
                    <a:bodyPr/>
                    <a:lstStyle/>
                    <a:p>
                      <a:pPr>
                        <a:buNone/>
                      </a:pPr>
                      <a:r>
                        <a:rPr lang="en-US"/>
                        <a:t>500</a:t>
                      </a:r>
                    </a:p>
                  </a:txBody>
                  <a:tcPr anchor="ctr"/>
                </a:tc>
                <a:tc>
                  <a:txBody>
                    <a:bodyPr/>
                    <a:lstStyle/>
                    <a:p>
                      <a:pPr>
                        <a:buNone/>
                      </a:pPr>
                      <a:r>
                        <a:rPr lang="en-US"/>
                        <a:t>Credit Card Balance</a:t>
                      </a:r>
                    </a:p>
                  </a:txBody>
                  <a:tcPr anchor="ctr"/>
                </a:tc>
                <a:tc>
                  <a:txBody>
                    <a:bodyPr/>
                    <a:lstStyle/>
                    <a:p>
                      <a:pPr>
                        <a:buNone/>
                      </a:pPr>
                      <a:r>
                        <a:rPr lang="en-US"/>
                        <a:t>300</a:t>
                      </a:r>
                    </a:p>
                  </a:txBody>
                  <a:tcPr anchor="ctr"/>
                </a:tc>
                <a:extLst>
                  <a:ext uri="{0D108BD9-81ED-4DB2-BD59-A6C34878D82A}">
                    <a16:rowId xmlns:a16="http://schemas.microsoft.com/office/drawing/2014/main" val="601318125"/>
                  </a:ext>
                </a:extLst>
              </a:tr>
              <a:tr h="434279">
                <a:tc>
                  <a:txBody>
                    <a:bodyPr/>
                    <a:lstStyle/>
                    <a:p>
                      <a:pPr>
                        <a:buNone/>
                      </a:pPr>
                      <a:r>
                        <a:rPr lang="en-US"/>
                        <a:t>Savings Account</a:t>
                      </a:r>
                    </a:p>
                  </a:txBody>
                  <a:tcPr anchor="ctr"/>
                </a:tc>
                <a:tc>
                  <a:txBody>
                    <a:bodyPr/>
                    <a:lstStyle/>
                    <a:p>
                      <a:pPr>
                        <a:buNone/>
                      </a:pPr>
                      <a:r>
                        <a:rPr lang="en-US"/>
                        <a:t>2,000</a:t>
                      </a:r>
                    </a:p>
                  </a:txBody>
                  <a:tcPr anchor="ctr"/>
                </a:tc>
                <a:tc>
                  <a:txBody>
                    <a:bodyPr/>
                    <a:lstStyle/>
                    <a:p>
                      <a:pPr>
                        <a:buNone/>
                      </a:pPr>
                      <a:r>
                        <a:rPr lang="en-US"/>
                        <a:t>Student Loan</a:t>
                      </a:r>
                    </a:p>
                  </a:txBody>
                  <a:tcPr anchor="ctr"/>
                </a:tc>
                <a:tc>
                  <a:txBody>
                    <a:bodyPr/>
                    <a:lstStyle/>
                    <a:p>
                      <a:pPr>
                        <a:buNone/>
                      </a:pPr>
                      <a:r>
                        <a:rPr lang="en-US"/>
                        <a:t>4,500</a:t>
                      </a:r>
                    </a:p>
                  </a:txBody>
                  <a:tcPr anchor="ctr"/>
                </a:tc>
                <a:extLst>
                  <a:ext uri="{0D108BD9-81ED-4DB2-BD59-A6C34878D82A}">
                    <a16:rowId xmlns:a16="http://schemas.microsoft.com/office/drawing/2014/main" val="1091263866"/>
                  </a:ext>
                </a:extLst>
              </a:tr>
              <a:tr h="759989">
                <a:tc>
                  <a:txBody>
                    <a:bodyPr/>
                    <a:lstStyle/>
                    <a:p>
                      <a:pPr>
                        <a:buNone/>
                      </a:pPr>
                      <a:r>
                        <a:rPr lang="en-US" dirty="0"/>
                        <a:t>Laptop-Tech gadgets</a:t>
                      </a:r>
                    </a:p>
                  </a:txBody>
                  <a:tcPr anchor="ctr"/>
                </a:tc>
                <a:tc>
                  <a:txBody>
                    <a:bodyPr/>
                    <a:lstStyle/>
                    <a:p>
                      <a:pPr>
                        <a:buNone/>
                      </a:pPr>
                      <a:r>
                        <a:rPr lang="en-US" dirty="0"/>
                        <a:t>1,200</a:t>
                      </a:r>
                    </a:p>
                  </a:txBody>
                  <a:tcPr anchor="ctr"/>
                </a:tc>
                <a:tc>
                  <a:txBody>
                    <a:bodyPr/>
                    <a:lstStyle/>
                    <a:p>
                      <a:pPr>
                        <a:buNone/>
                      </a:pPr>
                      <a:endParaRPr lang="en-US" dirty="0"/>
                    </a:p>
                  </a:txBody>
                  <a:tcPr anchor="ctr"/>
                </a:tc>
                <a:tc>
                  <a:txBody>
                    <a:bodyPr/>
                    <a:lstStyle/>
                    <a:p>
                      <a:pPr>
                        <a:buNone/>
                      </a:pPr>
                      <a:endParaRPr lang="en-US" dirty="0"/>
                    </a:p>
                  </a:txBody>
                  <a:tcPr anchor="ctr"/>
                </a:tc>
                <a:extLst>
                  <a:ext uri="{0D108BD9-81ED-4DB2-BD59-A6C34878D82A}">
                    <a16:rowId xmlns:a16="http://schemas.microsoft.com/office/drawing/2014/main" val="4167461846"/>
                  </a:ext>
                </a:extLst>
              </a:tr>
              <a:tr h="434279">
                <a:tc>
                  <a:txBody>
                    <a:bodyPr/>
                    <a:lstStyle/>
                    <a:p>
                      <a:pPr>
                        <a:buNone/>
                      </a:pPr>
                      <a:r>
                        <a:rPr lang="en-US" dirty="0"/>
                        <a:t>Car</a:t>
                      </a:r>
                    </a:p>
                  </a:txBody>
                  <a:tcPr anchor="ctr"/>
                </a:tc>
                <a:tc>
                  <a:txBody>
                    <a:bodyPr/>
                    <a:lstStyle/>
                    <a:p>
                      <a:pPr>
                        <a:buNone/>
                      </a:pPr>
                      <a:r>
                        <a:rPr lang="en-US"/>
                        <a:t>6,000</a:t>
                      </a:r>
                    </a:p>
                  </a:txBody>
                  <a:tcPr anchor="ctr"/>
                </a:tc>
                <a:tc>
                  <a:txBody>
                    <a:bodyPr/>
                    <a:lstStyle/>
                    <a:p>
                      <a:pPr>
                        <a:buNone/>
                      </a:pPr>
                      <a:r>
                        <a:rPr lang="en-US" b="1" dirty="0"/>
                        <a:t>Total Liabilities</a:t>
                      </a:r>
                      <a:endParaRPr lang="en-US" dirty="0"/>
                    </a:p>
                  </a:txBody>
                  <a:tcPr anchor="ctr"/>
                </a:tc>
                <a:tc>
                  <a:txBody>
                    <a:bodyPr/>
                    <a:lstStyle/>
                    <a:p>
                      <a:pPr>
                        <a:buNone/>
                      </a:pPr>
                      <a:r>
                        <a:rPr lang="en-US" dirty="0"/>
                        <a:t>4,800</a:t>
                      </a:r>
                    </a:p>
                  </a:txBody>
                  <a:tcPr anchor="ctr"/>
                </a:tc>
                <a:extLst>
                  <a:ext uri="{0D108BD9-81ED-4DB2-BD59-A6C34878D82A}">
                    <a16:rowId xmlns:a16="http://schemas.microsoft.com/office/drawing/2014/main" val="3997330964"/>
                  </a:ext>
                </a:extLst>
              </a:tr>
              <a:tr h="380967">
                <a:tc>
                  <a:txBody>
                    <a:bodyPr/>
                    <a:lstStyle/>
                    <a:p>
                      <a:pPr>
                        <a:buNone/>
                      </a:pPr>
                      <a:r>
                        <a:rPr lang="en-US" b="1" dirty="0"/>
                        <a:t>Total Assets</a:t>
                      </a:r>
                    </a:p>
                  </a:txBody>
                  <a:tcPr anchor="ctr"/>
                </a:tc>
                <a:tc>
                  <a:txBody>
                    <a:bodyPr/>
                    <a:lstStyle/>
                    <a:p>
                      <a:pPr>
                        <a:buNone/>
                      </a:pPr>
                      <a:r>
                        <a:rPr lang="en-US" b="1" dirty="0"/>
                        <a:t>9,700</a:t>
                      </a:r>
                    </a:p>
                  </a:txBody>
                  <a:tcPr anchor="ctr"/>
                </a:tc>
                <a:tc>
                  <a:txBody>
                    <a:bodyPr/>
                    <a:lstStyle/>
                    <a:p>
                      <a:pPr>
                        <a:buNone/>
                      </a:pPr>
                      <a:r>
                        <a:rPr lang="en-US" b="1" dirty="0"/>
                        <a:t>Net Worth</a:t>
                      </a:r>
                      <a:endParaRPr lang="en-US" dirty="0"/>
                    </a:p>
                  </a:txBody>
                  <a:tcPr anchor="ctr"/>
                </a:tc>
                <a:tc>
                  <a:txBody>
                    <a:bodyPr/>
                    <a:lstStyle/>
                    <a:p>
                      <a:pPr>
                        <a:buNone/>
                      </a:pPr>
                      <a:r>
                        <a:rPr lang="en-US" b="1" dirty="0"/>
                        <a:t>4,900</a:t>
                      </a:r>
                      <a:endParaRPr lang="en-US" dirty="0"/>
                    </a:p>
                  </a:txBody>
                  <a:tcPr anchor="ctr"/>
                </a:tc>
                <a:extLst>
                  <a:ext uri="{0D108BD9-81ED-4DB2-BD59-A6C34878D82A}">
                    <a16:rowId xmlns:a16="http://schemas.microsoft.com/office/drawing/2014/main" val="4078138239"/>
                  </a:ext>
                </a:extLst>
              </a:tr>
            </a:tbl>
          </a:graphicData>
        </a:graphic>
      </p:graphicFrame>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DEF807D-D087-7647-C77E-0167AAAA0C4D}"/>
                  </a:ext>
                </a:extLst>
              </p14:cNvPr>
              <p14:cNvContentPartPr/>
              <p14:nvPr/>
            </p14:nvContentPartPr>
            <p14:xfrm>
              <a:off x="5527440" y="3970910"/>
              <a:ext cx="46440" cy="18360"/>
            </p14:xfrm>
          </p:contentPart>
        </mc:Choice>
        <mc:Fallback xmlns="">
          <p:pic>
            <p:nvPicPr>
              <p:cNvPr id="7" name="Ink 6">
                <a:extLst>
                  <a:ext uri="{FF2B5EF4-FFF2-40B4-BE49-F238E27FC236}">
                    <a16:creationId xmlns:a16="http://schemas.microsoft.com/office/drawing/2014/main" id="{DDEF807D-D087-7647-C77E-0167AAAA0C4D}"/>
                  </a:ext>
                </a:extLst>
              </p:cNvPr>
              <p:cNvPicPr/>
              <p:nvPr/>
            </p:nvPicPr>
            <p:blipFill>
              <a:blip r:embed="rId10"/>
              <a:stretch>
                <a:fillRect/>
              </a:stretch>
            </p:blipFill>
            <p:spPr>
              <a:xfrm>
                <a:off x="5523120" y="3966590"/>
                <a:ext cx="550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092B46D0-009B-1233-8746-3F22DBBB1234}"/>
                  </a:ext>
                </a:extLst>
              </p14:cNvPr>
              <p14:cNvContentPartPr/>
              <p14:nvPr/>
            </p14:nvContentPartPr>
            <p14:xfrm>
              <a:off x="5246280" y="4977830"/>
              <a:ext cx="360" cy="360"/>
            </p14:xfrm>
          </p:contentPart>
        </mc:Choice>
        <mc:Fallback xmlns="">
          <p:pic>
            <p:nvPicPr>
              <p:cNvPr id="12" name="Ink 11">
                <a:extLst>
                  <a:ext uri="{FF2B5EF4-FFF2-40B4-BE49-F238E27FC236}">
                    <a16:creationId xmlns:a16="http://schemas.microsoft.com/office/drawing/2014/main" id="{092B46D0-009B-1233-8746-3F22DBBB1234}"/>
                  </a:ext>
                </a:extLst>
              </p:cNvPr>
              <p:cNvPicPr/>
              <p:nvPr/>
            </p:nvPicPr>
            <p:blipFill>
              <a:blip r:embed="rId16"/>
              <a:stretch>
                <a:fillRect/>
              </a:stretch>
            </p:blipFill>
            <p:spPr>
              <a:xfrm>
                <a:off x="5241960" y="4973510"/>
                <a:ext cx="9000" cy="9000"/>
              </a:xfrm>
              <a:prstGeom prst="rect">
                <a:avLst/>
              </a:prstGeom>
            </p:spPr>
          </p:pic>
        </mc:Fallback>
      </mc:AlternateContent>
    </p:spTree>
    <p:extLst>
      <p:ext uri="{BB962C8B-B14F-4D97-AF65-F5344CB8AC3E}">
        <p14:creationId xmlns:p14="http://schemas.microsoft.com/office/powerpoint/2010/main" val="4015202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65E3E-1F0D-6E3F-4353-4639759482BB}"/>
              </a:ext>
            </a:extLst>
          </p:cNvPr>
          <p:cNvSpPr>
            <a:spLocks noGrp="1"/>
          </p:cNvSpPr>
          <p:nvPr>
            <p:ph type="title"/>
          </p:nvPr>
        </p:nvSpPr>
        <p:spPr/>
        <p:txBody>
          <a:bodyPr/>
          <a:lstStyle/>
          <a:p>
            <a:r>
              <a:rPr lang="en-US" dirty="0"/>
              <a:t>How to build it?</a:t>
            </a:r>
          </a:p>
        </p:txBody>
      </p:sp>
      <p:sp>
        <p:nvSpPr>
          <p:cNvPr id="3" name="Text Placeholder 2">
            <a:extLst>
              <a:ext uri="{FF2B5EF4-FFF2-40B4-BE49-F238E27FC236}">
                <a16:creationId xmlns:a16="http://schemas.microsoft.com/office/drawing/2014/main" id="{B6068AC5-BDDB-E2C5-8C69-97524DBC8865}"/>
              </a:ext>
            </a:extLst>
          </p:cNvPr>
          <p:cNvSpPr>
            <a:spLocks noGrp="1"/>
          </p:cNvSpPr>
          <p:nvPr>
            <p:ph type="body" sz="quarter" idx="12"/>
          </p:nvPr>
        </p:nvSpPr>
        <p:spPr>
          <a:xfrm>
            <a:off x="838201" y="1952423"/>
            <a:ext cx="6739270" cy="3597450"/>
          </a:xfrm>
        </p:spPr>
        <p:txBody>
          <a:bodyPr>
            <a:normAutofit fontScale="77500" lnSpcReduction="20000"/>
          </a:bodyPr>
          <a:lstStyle/>
          <a:p>
            <a:r>
              <a:rPr lang="en-US" b="1" dirty="0"/>
              <a:t>ASSSETS</a:t>
            </a:r>
            <a:endParaRPr lang="en-US" dirty="0"/>
          </a:p>
          <a:p>
            <a:r>
              <a:rPr lang="en-US" dirty="0"/>
              <a:t> </a:t>
            </a:r>
          </a:p>
          <a:p>
            <a:pPr marL="457200" indent="-457200">
              <a:buAutoNum type="arabicPeriod"/>
            </a:pPr>
            <a:r>
              <a:rPr lang="en-US" b="1" dirty="0"/>
              <a:t>Liquid assets</a:t>
            </a:r>
            <a:r>
              <a:rPr lang="en-US" dirty="0"/>
              <a:t> are cash and items of value that can easily be converted to cash. Money in checking and savings accounts is liquid and is available to the Scott family for current spending. Money in bank accounts combined with other items of value are the foundation of your current financial position. </a:t>
            </a:r>
          </a:p>
          <a:p>
            <a:pPr marL="457200" indent="-457200">
              <a:buAutoNum type="arabicPeriod"/>
            </a:pPr>
            <a:r>
              <a:rPr lang="en-US" b="1" dirty="0"/>
              <a:t>Real estate</a:t>
            </a:r>
            <a:r>
              <a:rPr lang="en-US" dirty="0"/>
              <a:t> includes a home, a condominium, vacation property, or other buildings or land that a person or family owns.</a:t>
            </a:r>
          </a:p>
          <a:p>
            <a:pPr marL="457200" indent="-457200">
              <a:buAutoNum type="arabicPeriod"/>
            </a:pPr>
            <a:r>
              <a:rPr lang="en-US" b="1" dirty="0"/>
              <a:t>Personal possessions </a:t>
            </a:r>
            <a:r>
              <a:rPr lang="en-US" dirty="0"/>
              <a:t>are a major portion of assets for most people. Included in this category are automobiles and other personal belongings. Although these items have value, they may be difficult to convert to cash</a:t>
            </a:r>
            <a:r>
              <a:rPr kumimoji="0" lang="en-US" sz="1600" b="0" i="1" u="none" strike="noStrike" kern="1200" cap="none" spc="0" normalizeH="0" baseline="0" noProof="0" dirty="0">
                <a:ln>
                  <a:noFill/>
                </a:ln>
                <a:solidFill>
                  <a:srgbClr val="7A003B"/>
                </a:solidFill>
                <a:effectLst/>
                <a:uLnTx/>
                <a:uFillTx/>
                <a:latin typeface="Arial" panose="020B0604020202020204"/>
                <a:ea typeface="+mn-ea"/>
                <a:cs typeface="+mn-cs"/>
              </a:rPr>
              <a:t>*</a:t>
            </a:r>
            <a:r>
              <a:rPr lang="en-US" dirty="0"/>
              <a:t>.</a:t>
            </a:r>
          </a:p>
          <a:p>
            <a:pPr marL="457200" indent="-457200">
              <a:buAutoNum type="arabicPeriod"/>
            </a:pPr>
            <a:r>
              <a:rPr lang="en-US" b="1" dirty="0"/>
              <a:t>Investment assets </a:t>
            </a:r>
            <a:r>
              <a:rPr lang="en-US" dirty="0"/>
              <a:t>are funds set aside for long-term financial needs.</a:t>
            </a:r>
          </a:p>
        </p:txBody>
      </p:sp>
      <p:sp>
        <p:nvSpPr>
          <p:cNvPr id="4" name="TextBox 3">
            <a:extLst>
              <a:ext uri="{FF2B5EF4-FFF2-40B4-BE49-F238E27FC236}">
                <a16:creationId xmlns:a16="http://schemas.microsoft.com/office/drawing/2014/main" id="{8720E84E-AFD5-B81F-F2A1-604D66860160}"/>
              </a:ext>
            </a:extLst>
          </p:cNvPr>
          <p:cNvSpPr txBox="1"/>
          <p:nvPr/>
        </p:nvSpPr>
        <p:spPr>
          <a:xfrm>
            <a:off x="838199" y="5671158"/>
            <a:ext cx="6803065" cy="830997"/>
          </a:xfrm>
          <a:prstGeom prst="rect">
            <a:avLst/>
          </a:prstGeom>
          <a:noFill/>
        </p:spPr>
        <p:txBody>
          <a:bodyPr wrap="square" rtlCol="0">
            <a:spAutoFit/>
          </a:bodyPr>
          <a:lstStyle/>
          <a:p>
            <a:r>
              <a:rPr lang="en-US" sz="1600" i="1" dirty="0"/>
              <a:t>*Kapoor and others (2019) suggest to account under cost value. I suggest following a conservative accounting principle: the lowest of market value, or costs minus any depreciation</a:t>
            </a:r>
          </a:p>
        </p:txBody>
      </p:sp>
      <p:pic>
        <p:nvPicPr>
          <p:cNvPr id="8" name="Picture 7">
            <a:extLst>
              <a:ext uri="{FF2B5EF4-FFF2-40B4-BE49-F238E27FC236}">
                <a16:creationId xmlns:a16="http://schemas.microsoft.com/office/drawing/2014/main" id="{F8F66688-C0B2-0D81-9AF5-42F157F8F78E}"/>
              </a:ext>
            </a:extLst>
          </p:cNvPr>
          <p:cNvPicPr>
            <a:picLocks noChangeAspect="1"/>
          </p:cNvPicPr>
          <p:nvPr/>
        </p:nvPicPr>
        <p:blipFill>
          <a:blip r:embed="rId2"/>
          <a:stretch>
            <a:fillRect/>
          </a:stretch>
        </p:blipFill>
        <p:spPr>
          <a:xfrm>
            <a:off x="7949270" y="0"/>
            <a:ext cx="4242730" cy="6858000"/>
          </a:xfrm>
          <a:prstGeom prst="rect">
            <a:avLst/>
          </a:prstGeom>
        </p:spPr>
      </p:pic>
    </p:spTree>
    <p:extLst>
      <p:ext uri="{BB962C8B-B14F-4D97-AF65-F5344CB8AC3E}">
        <p14:creationId xmlns:p14="http://schemas.microsoft.com/office/powerpoint/2010/main" val="189644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9507B-1A34-B9D0-5878-2398E7B32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79209-2A44-4364-7DAF-7D63C9A09129}"/>
              </a:ext>
            </a:extLst>
          </p:cNvPr>
          <p:cNvSpPr>
            <a:spLocks noGrp="1"/>
          </p:cNvSpPr>
          <p:nvPr>
            <p:ph type="title"/>
          </p:nvPr>
        </p:nvSpPr>
        <p:spPr>
          <a:xfrm>
            <a:off x="3786963" y="846601"/>
            <a:ext cx="9053945" cy="1126868"/>
          </a:xfrm>
        </p:spPr>
        <p:txBody>
          <a:bodyPr/>
          <a:lstStyle/>
          <a:p>
            <a:r>
              <a:rPr lang="en-US" dirty="0"/>
              <a:t>How to build it?</a:t>
            </a:r>
          </a:p>
        </p:txBody>
      </p:sp>
      <p:sp>
        <p:nvSpPr>
          <p:cNvPr id="3" name="Text Placeholder 2">
            <a:extLst>
              <a:ext uri="{FF2B5EF4-FFF2-40B4-BE49-F238E27FC236}">
                <a16:creationId xmlns:a16="http://schemas.microsoft.com/office/drawing/2014/main" id="{09FBCE47-E56F-0B65-9D6D-BF7364BB26B2}"/>
              </a:ext>
            </a:extLst>
          </p:cNvPr>
          <p:cNvSpPr>
            <a:spLocks noGrp="1"/>
          </p:cNvSpPr>
          <p:nvPr>
            <p:ph type="body" sz="quarter" idx="12"/>
          </p:nvPr>
        </p:nvSpPr>
        <p:spPr>
          <a:xfrm>
            <a:off x="3893288" y="1913860"/>
            <a:ext cx="7364820" cy="3623540"/>
          </a:xfrm>
        </p:spPr>
        <p:txBody>
          <a:bodyPr>
            <a:normAutofit/>
          </a:bodyPr>
          <a:lstStyle/>
          <a:p>
            <a:r>
              <a:rPr lang="en-US" b="1" dirty="0"/>
              <a:t>LIABILITIES</a:t>
            </a:r>
            <a:endParaRPr lang="en-US" dirty="0"/>
          </a:p>
          <a:p>
            <a:r>
              <a:rPr lang="en-US" dirty="0"/>
              <a:t> </a:t>
            </a:r>
          </a:p>
          <a:p>
            <a:pPr marL="457200" indent="-457200">
              <a:buAutoNum type="arabicPeriod"/>
            </a:pPr>
            <a:r>
              <a:rPr lang="en-US" b="1" dirty="0"/>
              <a:t>Current liabilities </a:t>
            </a:r>
            <a:r>
              <a:rPr lang="en-US" dirty="0"/>
              <a:t>are debts you must pay within a short time, usually less than a year. These liabilities include such things as medical bills, tax payments, insurance premiums, cash loans, and credit card balances. </a:t>
            </a:r>
          </a:p>
          <a:p>
            <a:pPr marL="457200" indent="-457200">
              <a:buAutoNum type="arabicPeriod"/>
            </a:pPr>
            <a:r>
              <a:rPr lang="en-US" b="1" dirty="0"/>
              <a:t>Long-term liabilities </a:t>
            </a:r>
            <a:r>
              <a:rPr lang="en-US" dirty="0"/>
              <a:t>are debts you do not have to pay in full until more than a year from now. Common long-term liabilities include auto loans, educational loans, and mortgages. </a:t>
            </a:r>
          </a:p>
        </p:txBody>
      </p:sp>
      <p:sp>
        <p:nvSpPr>
          <p:cNvPr id="4" name="TextBox 3">
            <a:extLst>
              <a:ext uri="{FF2B5EF4-FFF2-40B4-BE49-F238E27FC236}">
                <a16:creationId xmlns:a16="http://schemas.microsoft.com/office/drawing/2014/main" id="{DCECD6C2-CCED-BDD4-2C31-8EF7C6EED24D}"/>
              </a:ext>
            </a:extLst>
          </p:cNvPr>
          <p:cNvSpPr txBox="1"/>
          <p:nvPr/>
        </p:nvSpPr>
        <p:spPr>
          <a:xfrm>
            <a:off x="3786963" y="5472684"/>
            <a:ext cx="7710377" cy="830997"/>
          </a:xfrm>
          <a:prstGeom prst="rect">
            <a:avLst/>
          </a:prstGeom>
          <a:noFill/>
        </p:spPr>
        <p:txBody>
          <a:bodyPr wrap="square" rtlCol="0">
            <a:spAutoFit/>
          </a:bodyPr>
          <a:lstStyle/>
          <a:p>
            <a:r>
              <a:rPr lang="en-US" sz="1600" i="1" dirty="0"/>
              <a:t>*Kapoor and others (2019) suggest to account under cost value. I suggest following a conservative accounting principle: the lowest of market value, or costs minus any depreciation</a:t>
            </a:r>
          </a:p>
        </p:txBody>
      </p:sp>
      <p:pic>
        <p:nvPicPr>
          <p:cNvPr id="6" name="Picture 5">
            <a:extLst>
              <a:ext uri="{FF2B5EF4-FFF2-40B4-BE49-F238E27FC236}">
                <a16:creationId xmlns:a16="http://schemas.microsoft.com/office/drawing/2014/main" id="{9F7B4C8D-DF9F-659C-2845-B94CDE9FD5B7}"/>
              </a:ext>
            </a:extLst>
          </p:cNvPr>
          <p:cNvPicPr>
            <a:picLocks noChangeAspect="1"/>
          </p:cNvPicPr>
          <p:nvPr/>
        </p:nvPicPr>
        <p:blipFill>
          <a:blip r:embed="rId2"/>
          <a:stretch>
            <a:fillRect/>
          </a:stretch>
        </p:blipFill>
        <p:spPr>
          <a:xfrm>
            <a:off x="61993" y="0"/>
            <a:ext cx="3475106" cy="6635913"/>
          </a:xfrm>
          <a:prstGeom prst="rect">
            <a:avLst/>
          </a:prstGeom>
        </p:spPr>
      </p:pic>
    </p:spTree>
    <p:extLst>
      <p:ext uri="{BB962C8B-B14F-4D97-AF65-F5344CB8AC3E}">
        <p14:creationId xmlns:p14="http://schemas.microsoft.com/office/powerpoint/2010/main" val="902238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587C5-82F0-92B0-7CFA-15BCF26F7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1E894-751C-F49E-D660-CCFD686B7403}"/>
              </a:ext>
            </a:extLst>
          </p:cNvPr>
          <p:cNvSpPr>
            <a:spLocks noGrp="1"/>
          </p:cNvSpPr>
          <p:nvPr>
            <p:ph type="title"/>
          </p:nvPr>
        </p:nvSpPr>
        <p:spPr>
          <a:xfrm>
            <a:off x="958703" y="796982"/>
            <a:ext cx="3195083" cy="1126868"/>
          </a:xfrm>
        </p:spPr>
        <p:txBody>
          <a:bodyPr>
            <a:noAutofit/>
          </a:bodyPr>
          <a:lstStyle/>
          <a:p>
            <a:r>
              <a:rPr lang="es-419" sz="3200" dirty="0" err="1"/>
              <a:t>Example</a:t>
            </a:r>
            <a:r>
              <a:rPr lang="es-419" sz="3200" dirty="0"/>
              <a:t>:</a:t>
            </a:r>
            <a:endParaRPr lang="en-US" sz="3200" dirty="0"/>
          </a:p>
        </p:txBody>
      </p:sp>
      <p:pic>
        <p:nvPicPr>
          <p:cNvPr id="13" name="Picture 12">
            <a:extLst>
              <a:ext uri="{FF2B5EF4-FFF2-40B4-BE49-F238E27FC236}">
                <a16:creationId xmlns:a16="http://schemas.microsoft.com/office/drawing/2014/main" id="{D659F870-F132-B2DA-D39B-6C7C3B5169E1}"/>
              </a:ext>
            </a:extLst>
          </p:cNvPr>
          <p:cNvPicPr>
            <a:picLocks noChangeAspect="1"/>
          </p:cNvPicPr>
          <p:nvPr/>
        </p:nvPicPr>
        <p:blipFill>
          <a:blip r:embed="rId2"/>
          <a:stretch>
            <a:fillRect/>
          </a:stretch>
        </p:blipFill>
        <p:spPr>
          <a:xfrm>
            <a:off x="3596503" y="0"/>
            <a:ext cx="4779012" cy="6830766"/>
          </a:xfrm>
          <a:prstGeom prst="rect">
            <a:avLst/>
          </a:prstGeom>
        </p:spPr>
      </p:pic>
    </p:spTree>
    <p:extLst>
      <p:ext uri="{BB962C8B-B14F-4D97-AF65-F5344CB8AC3E}">
        <p14:creationId xmlns:p14="http://schemas.microsoft.com/office/powerpoint/2010/main" val="3754814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0119-2B56-6B0E-73D6-22843AB09C17}"/>
              </a:ext>
            </a:extLst>
          </p:cNvPr>
          <p:cNvSpPr>
            <a:spLocks noGrp="1"/>
          </p:cNvSpPr>
          <p:nvPr>
            <p:ph type="title"/>
          </p:nvPr>
        </p:nvSpPr>
        <p:spPr/>
        <p:txBody>
          <a:bodyPr>
            <a:normAutofit/>
          </a:bodyPr>
          <a:lstStyle/>
          <a:p>
            <a:r>
              <a:rPr lang="en-US" dirty="0"/>
              <a:t>Using the Balance Sheet</a:t>
            </a:r>
          </a:p>
        </p:txBody>
      </p:sp>
      <p:sp>
        <p:nvSpPr>
          <p:cNvPr id="5" name="Text Placeholder 4">
            <a:extLst>
              <a:ext uri="{FF2B5EF4-FFF2-40B4-BE49-F238E27FC236}">
                <a16:creationId xmlns:a16="http://schemas.microsoft.com/office/drawing/2014/main" id="{C834B715-72E1-2775-1AD5-974151D084DC}"/>
              </a:ext>
            </a:extLst>
          </p:cNvPr>
          <p:cNvSpPr>
            <a:spLocks noGrp="1"/>
          </p:cNvSpPr>
          <p:nvPr>
            <p:ph type="body" sz="quarter" idx="12"/>
          </p:nvPr>
        </p:nvSpPr>
        <p:spPr>
          <a:xfrm>
            <a:off x="838201" y="2054352"/>
            <a:ext cx="5422391" cy="4055503"/>
          </a:xfrm>
        </p:spPr>
        <p:txBody>
          <a:bodyPr/>
          <a:lstStyle/>
          <a:p>
            <a:r>
              <a:rPr lang="en-US" b="1" dirty="0"/>
              <a:t>Evaluate Liquidity:</a:t>
            </a:r>
            <a:endParaRPr lang="en-US" dirty="0"/>
          </a:p>
          <a:p>
            <a:pPr marL="800100" lvl="1" indent="-342900">
              <a:buFont typeface="Arial" panose="020B0604020202020204" pitchFamily="34" charset="0"/>
              <a:buChar char="•"/>
            </a:pPr>
            <a:r>
              <a:rPr lang="en-US" dirty="0"/>
              <a:t>Liquidity ratio = Liquid Assets / Monthly Expenses.</a:t>
            </a:r>
          </a:p>
          <a:p>
            <a:r>
              <a:rPr lang="en-US" b="1" dirty="0"/>
              <a:t>Evaluate Solvency:</a:t>
            </a:r>
            <a:endParaRPr lang="en-US" dirty="0"/>
          </a:p>
          <a:p>
            <a:pPr marL="800100" lvl="1" indent="-342900">
              <a:buFont typeface="Arial" panose="020B0604020202020204" pitchFamily="34" charset="0"/>
              <a:buChar char="•"/>
            </a:pPr>
            <a:r>
              <a:rPr lang="en-US" dirty="0"/>
              <a:t>Net Worth &gt; 0?</a:t>
            </a:r>
          </a:p>
          <a:p>
            <a:pPr marL="800100" lvl="1" indent="-342900">
              <a:buFont typeface="Arial" panose="020B0604020202020204" pitchFamily="34" charset="0"/>
              <a:buChar char="•"/>
            </a:pPr>
            <a:r>
              <a:rPr lang="en-US" dirty="0"/>
              <a:t>Debt to Assets = Total Liabilities / Total Assets.</a:t>
            </a:r>
          </a:p>
          <a:p>
            <a:pPr marL="0" lvl="1">
              <a:spcBef>
                <a:spcPts val="1000"/>
              </a:spcBef>
            </a:pPr>
            <a:r>
              <a:rPr lang="en-US" b="1" dirty="0">
                <a:latin typeface="Arial" charset="0"/>
                <a:cs typeface="Arial" charset="0"/>
              </a:rPr>
              <a:t>Track Over Time:</a:t>
            </a:r>
          </a:p>
          <a:p>
            <a:pPr marL="800100" lvl="1" indent="-342900">
              <a:buFont typeface="Arial" panose="020B0604020202020204" pitchFamily="34" charset="0"/>
              <a:buChar char="•"/>
            </a:pPr>
            <a:r>
              <a:rPr lang="en-US" dirty="0"/>
              <a:t>Annual net worth statements show progress.</a:t>
            </a:r>
          </a:p>
          <a:p>
            <a:pPr marL="800100" lvl="1" indent="-342900">
              <a:buFont typeface="Arial" panose="020B0604020202020204" pitchFamily="34" charset="0"/>
              <a:buChar char="•"/>
            </a:pPr>
            <a:r>
              <a:rPr lang="en-US" dirty="0"/>
              <a:t>Aim: net worth growth year over year.</a:t>
            </a:r>
          </a:p>
          <a:p>
            <a:endParaRPr lang="en-US" dirty="0"/>
          </a:p>
        </p:txBody>
      </p:sp>
      <p:sp>
        <p:nvSpPr>
          <p:cNvPr id="14" name="TextBox 13">
            <a:extLst>
              <a:ext uri="{FF2B5EF4-FFF2-40B4-BE49-F238E27FC236}">
                <a16:creationId xmlns:a16="http://schemas.microsoft.com/office/drawing/2014/main" id="{8925BAE9-9401-64DA-4440-E5122C673D6B}"/>
              </a:ext>
            </a:extLst>
          </p:cNvPr>
          <p:cNvSpPr txBox="1"/>
          <p:nvPr/>
        </p:nvSpPr>
        <p:spPr>
          <a:xfrm>
            <a:off x="7315200" y="2115312"/>
            <a:ext cx="3742944" cy="3677603"/>
          </a:xfrm>
          <a:prstGeom prst="round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dirty="0"/>
              <a:t>A person may have a high </a:t>
            </a:r>
            <a:r>
              <a:rPr lang="en-US" sz="1400" b="1" dirty="0"/>
              <a:t>net worth </a:t>
            </a:r>
            <a:r>
              <a:rPr lang="en-US" sz="1400" dirty="0"/>
              <a:t>but still have </a:t>
            </a:r>
            <a:r>
              <a:rPr lang="en-US" sz="1400" b="1" dirty="0"/>
              <a:t>financial difficulties</a:t>
            </a:r>
            <a:r>
              <a:rPr lang="en-US" sz="1400" dirty="0"/>
              <a:t>. Having many assets with low liquidity means not having the cash available to pay current expenses. Insolvency is the inability to pay debts when they are due; it occurs when a person’s liabilities far exceed available assets. </a:t>
            </a:r>
          </a:p>
          <a:p>
            <a:endParaRPr lang="en-US" sz="1400" dirty="0"/>
          </a:p>
          <a:p>
            <a:r>
              <a:rPr lang="en-US" sz="1400" dirty="0"/>
              <a:t>Individuals and families can increase their net worth by (1) increasing their savings; (2) reducing spending; (3) increasing the value of investments and other possessions; and (4) reducing amounts owed. </a:t>
            </a:r>
          </a:p>
        </p:txBody>
      </p:sp>
    </p:spTree>
    <p:extLst>
      <p:ext uri="{BB962C8B-B14F-4D97-AF65-F5344CB8AC3E}">
        <p14:creationId xmlns:p14="http://schemas.microsoft.com/office/powerpoint/2010/main" val="1236621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2355-F342-7A13-1CEF-0B3358657685}"/>
              </a:ext>
            </a:extLst>
          </p:cNvPr>
          <p:cNvSpPr>
            <a:spLocks noGrp="1"/>
          </p:cNvSpPr>
          <p:nvPr>
            <p:ph type="title"/>
          </p:nvPr>
        </p:nvSpPr>
        <p:spPr/>
        <p:txBody>
          <a:bodyPr/>
          <a:lstStyle/>
          <a:p>
            <a:r>
              <a:rPr lang="en-US" dirty="0"/>
              <a:t>Cash Flow Statement</a:t>
            </a:r>
          </a:p>
        </p:txBody>
      </p:sp>
      <p:sp>
        <p:nvSpPr>
          <p:cNvPr id="3" name="Text Placeholder 2">
            <a:extLst>
              <a:ext uri="{FF2B5EF4-FFF2-40B4-BE49-F238E27FC236}">
                <a16:creationId xmlns:a16="http://schemas.microsoft.com/office/drawing/2014/main" id="{FEA28363-5FB9-C0FF-6C50-6854806ABBD1}"/>
              </a:ext>
            </a:extLst>
          </p:cNvPr>
          <p:cNvSpPr>
            <a:spLocks noGrp="1"/>
          </p:cNvSpPr>
          <p:nvPr>
            <p:ph type="body" sz="quarter" idx="12"/>
          </p:nvPr>
        </p:nvSpPr>
        <p:spPr>
          <a:xfrm>
            <a:off x="956930" y="2262469"/>
            <a:ext cx="8857630" cy="1395131"/>
          </a:xfrm>
        </p:spPr>
        <p:txBody>
          <a:bodyPr>
            <a:normAutofit fontScale="85000" lnSpcReduction="10000"/>
          </a:bodyPr>
          <a:lstStyle/>
          <a:p>
            <a:pPr marL="342900" indent="-342900">
              <a:buFont typeface="Arial" panose="020B0604020202020204" pitchFamily="34" charset="0"/>
              <a:buChar char="•"/>
            </a:pPr>
            <a:r>
              <a:rPr lang="en-US" dirty="0"/>
              <a:t>A cash flow statement, also called a personal income and expenditure statement, is a summary of cash receipts and payments for a given period, such as a month or a year. </a:t>
            </a:r>
          </a:p>
          <a:p>
            <a:pPr marL="342900" indent="-342900">
              <a:buFont typeface="Arial" panose="020B0604020202020204" pitchFamily="34" charset="0"/>
              <a:buChar char="•"/>
            </a:pPr>
            <a:r>
              <a:rPr lang="en-US" dirty="0"/>
              <a:t>This report provides information on your income and spending patterns, which will be helpful when preparing a budget.</a:t>
            </a:r>
          </a:p>
          <a:p>
            <a:pPr marL="342900" indent="-342900">
              <a:buFont typeface="Arial" panose="020B0604020202020204" pitchFamily="34" charset="0"/>
              <a:buChar char="•"/>
            </a:pPr>
            <a:r>
              <a:rPr lang="en-US" dirty="0"/>
              <a:t>Most information can be found in your bank accounts.</a:t>
            </a:r>
          </a:p>
        </p:txBody>
      </p:sp>
      <p:graphicFrame>
        <p:nvGraphicFramePr>
          <p:cNvPr id="4" name="Table 3">
            <a:extLst>
              <a:ext uri="{FF2B5EF4-FFF2-40B4-BE49-F238E27FC236}">
                <a16:creationId xmlns:a16="http://schemas.microsoft.com/office/drawing/2014/main" id="{27537F50-0D2C-45EB-40CD-3916BC36C6BD}"/>
              </a:ext>
            </a:extLst>
          </p:cNvPr>
          <p:cNvGraphicFramePr>
            <a:graphicFrameLocks noGrp="1"/>
          </p:cNvGraphicFramePr>
          <p:nvPr>
            <p:extLst>
              <p:ext uri="{D42A27DB-BD31-4B8C-83A1-F6EECF244321}">
                <p14:modId xmlns:p14="http://schemas.microsoft.com/office/powerpoint/2010/main" val="3028087915"/>
              </p:ext>
            </p:extLst>
          </p:nvPr>
        </p:nvGraphicFramePr>
        <p:xfrm>
          <a:off x="962457" y="3881755"/>
          <a:ext cx="8929688" cy="2194560"/>
        </p:xfrm>
        <a:graphic>
          <a:graphicData uri="http://schemas.openxmlformats.org/drawingml/2006/table">
            <a:tbl>
              <a:tblPr lastRow="1">
                <a:tableStyleId>{284E427A-3D55-4303-BF80-6455036E1DE7}</a:tableStyleId>
              </a:tblPr>
              <a:tblGrid>
                <a:gridCol w="2232422">
                  <a:extLst>
                    <a:ext uri="{9D8B030D-6E8A-4147-A177-3AD203B41FA5}">
                      <a16:colId xmlns:a16="http://schemas.microsoft.com/office/drawing/2014/main" val="2389253307"/>
                    </a:ext>
                  </a:extLst>
                </a:gridCol>
                <a:gridCol w="2232422">
                  <a:extLst>
                    <a:ext uri="{9D8B030D-6E8A-4147-A177-3AD203B41FA5}">
                      <a16:colId xmlns:a16="http://schemas.microsoft.com/office/drawing/2014/main" val="3309063912"/>
                    </a:ext>
                  </a:extLst>
                </a:gridCol>
                <a:gridCol w="2232422">
                  <a:extLst>
                    <a:ext uri="{9D8B030D-6E8A-4147-A177-3AD203B41FA5}">
                      <a16:colId xmlns:a16="http://schemas.microsoft.com/office/drawing/2014/main" val="874850980"/>
                    </a:ext>
                  </a:extLst>
                </a:gridCol>
                <a:gridCol w="2232422">
                  <a:extLst>
                    <a:ext uri="{9D8B030D-6E8A-4147-A177-3AD203B41FA5}">
                      <a16:colId xmlns:a16="http://schemas.microsoft.com/office/drawing/2014/main" val="3474630366"/>
                    </a:ext>
                  </a:extLst>
                </a:gridCol>
              </a:tblGrid>
              <a:tr h="0">
                <a:tc>
                  <a:txBody>
                    <a:bodyPr/>
                    <a:lstStyle/>
                    <a:p>
                      <a:pPr>
                        <a:buNone/>
                      </a:pPr>
                      <a:r>
                        <a:rPr lang="en-US" b="1" dirty="0"/>
                        <a:t>Income</a:t>
                      </a:r>
                    </a:p>
                  </a:txBody>
                  <a:tcPr anchor="ctr"/>
                </a:tc>
                <a:tc>
                  <a:txBody>
                    <a:bodyPr/>
                    <a:lstStyle/>
                    <a:p>
                      <a:pPr>
                        <a:buNone/>
                      </a:pPr>
                      <a:r>
                        <a:rPr lang="en-US" b="1" dirty="0"/>
                        <a:t>Amount (€)</a:t>
                      </a:r>
                    </a:p>
                  </a:txBody>
                  <a:tcPr anchor="ctr"/>
                </a:tc>
                <a:tc>
                  <a:txBody>
                    <a:bodyPr/>
                    <a:lstStyle/>
                    <a:p>
                      <a:pPr>
                        <a:buNone/>
                      </a:pPr>
                      <a:r>
                        <a:rPr lang="en-US" b="1" dirty="0"/>
                        <a:t>Expenses</a:t>
                      </a:r>
                    </a:p>
                  </a:txBody>
                  <a:tcPr anchor="ctr"/>
                </a:tc>
                <a:tc>
                  <a:txBody>
                    <a:bodyPr/>
                    <a:lstStyle/>
                    <a:p>
                      <a:pPr>
                        <a:buNone/>
                      </a:pPr>
                      <a:r>
                        <a:rPr lang="en-US" b="1" dirty="0"/>
                        <a:t>Amount (€)</a:t>
                      </a:r>
                    </a:p>
                  </a:txBody>
                  <a:tcPr anchor="ctr"/>
                </a:tc>
                <a:extLst>
                  <a:ext uri="{0D108BD9-81ED-4DB2-BD59-A6C34878D82A}">
                    <a16:rowId xmlns:a16="http://schemas.microsoft.com/office/drawing/2014/main" val="2712197500"/>
                  </a:ext>
                </a:extLst>
              </a:tr>
              <a:tr h="0">
                <a:tc>
                  <a:txBody>
                    <a:bodyPr/>
                    <a:lstStyle/>
                    <a:p>
                      <a:pPr>
                        <a:buNone/>
                      </a:pPr>
                      <a:r>
                        <a:rPr lang="en-US"/>
                        <a:t>Salary</a:t>
                      </a:r>
                    </a:p>
                  </a:txBody>
                  <a:tcPr anchor="ctr"/>
                </a:tc>
                <a:tc>
                  <a:txBody>
                    <a:bodyPr/>
                    <a:lstStyle/>
                    <a:p>
                      <a:pPr>
                        <a:buNone/>
                      </a:pPr>
                      <a:r>
                        <a:rPr lang="en-US" dirty="0"/>
                        <a:t>1,500</a:t>
                      </a:r>
                    </a:p>
                  </a:txBody>
                  <a:tcPr anchor="ctr"/>
                </a:tc>
                <a:tc>
                  <a:txBody>
                    <a:bodyPr/>
                    <a:lstStyle/>
                    <a:p>
                      <a:pPr>
                        <a:buNone/>
                      </a:pPr>
                      <a:r>
                        <a:rPr lang="en-US"/>
                        <a:t>Housing</a:t>
                      </a:r>
                    </a:p>
                  </a:txBody>
                  <a:tcPr anchor="ctr"/>
                </a:tc>
                <a:tc>
                  <a:txBody>
                    <a:bodyPr/>
                    <a:lstStyle/>
                    <a:p>
                      <a:pPr>
                        <a:buNone/>
                      </a:pPr>
                      <a:r>
                        <a:rPr lang="en-US"/>
                        <a:t>600</a:t>
                      </a:r>
                    </a:p>
                  </a:txBody>
                  <a:tcPr anchor="ctr"/>
                </a:tc>
                <a:extLst>
                  <a:ext uri="{0D108BD9-81ED-4DB2-BD59-A6C34878D82A}">
                    <a16:rowId xmlns:a16="http://schemas.microsoft.com/office/drawing/2014/main" val="3612055846"/>
                  </a:ext>
                </a:extLst>
              </a:tr>
              <a:tr h="0">
                <a:tc>
                  <a:txBody>
                    <a:bodyPr/>
                    <a:lstStyle/>
                    <a:p>
                      <a:pPr>
                        <a:buNone/>
                      </a:pPr>
                      <a:r>
                        <a:rPr lang="en-US"/>
                        <a:t>Dividends</a:t>
                      </a:r>
                    </a:p>
                  </a:txBody>
                  <a:tcPr anchor="ctr"/>
                </a:tc>
                <a:tc>
                  <a:txBody>
                    <a:bodyPr/>
                    <a:lstStyle/>
                    <a:p>
                      <a:pPr>
                        <a:buNone/>
                      </a:pPr>
                      <a:r>
                        <a:rPr lang="en-US" dirty="0"/>
                        <a:t>50</a:t>
                      </a:r>
                    </a:p>
                  </a:txBody>
                  <a:tcPr anchor="ctr"/>
                </a:tc>
                <a:tc>
                  <a:txBody>
                    <a:bodyPr/>
                    <a:lstStyle/>
                    <a:p>
                      <a:pPr>
                        <a:buNone/>
                      </a:pPr>
                      <a:r>
                        <a:rPr lang="en-US" dirty="0"/>
                        <a:t>Food</a:t>
                      </a:r>
                    </a:p>
                  </a:txBody>
                  <a:tcPr anchor="ctr"/>
                </a:tc>
                <a:tc>
                  <a:txBody>
                    <a:bodyPr/>
                    <a:lstStyle/>
                    <a:p>
                      <a:pPr>
                        <a:buNone/>
                      </a:pPr>
                      <a:r>
                        <a:rPr lang="en-US"/>
                        <a:t>250</a:t>
                      </a:r>
                    </a:p>
                  </a:txBody>
                  <a:tcPr anchor="ctr"/>
                </a:tc>
                <a:extLst>
                  <a:ext uri="{0D108BD9-81ED-4DB2-BD59-A6C34878D82A}">
                    <a16:rowId xmlns:a16="http://schemas.microsoft.com/office/drawing/2014/main" val="214201598"/>
                  </a:ext>
                </a:extLst>
              </a:tr>
              <a:tr h="0">
                <a:tc>
                  <a:txBody>
                    <a:bodyPr/>
                    <a:lstStyle/>
                    <a:p>
                      <a:pPr>
                        <a:buNone/>
                      </a:pPr>
                      <a:r>
                        <a:rPr lang="en-US" dirty="0"/>
                        <a:t>Part-time</a:t>
                      </a:r>
                    </a:p>
                  </a:txBody>
                  <a:tcPr anchor="ctr"/>
                </a:tc>
                <a:tc>
                  <a:txBody>
                    <a:bodyPr/>
                    <a:lstStyle/>
                    <a:p>
                      <a:pPr>
                        <a:buNone/>
                      </a:pPr>
                      <a:r>
                        <a:rPr lang="en-US" dirty="0"/>
                        <a:t>200</a:t>
                      </a:r>
                    </a:p>
                  </a:txBody>
                  <a:tcPr anchor="ctr"/>
                </a:tc>
                <a:tc>
                  <a:txBody>
                    <a:bodyPr/>
                    <a:lstStyle/>
                    <a:p>
                      <a:pPr>
                        <a:buNone/>
                      </a:pPr>
                      <a:r>
                        <a:rPr lang="en-US" dirty="0"/>
                        <a:t>Services</a:t>
                      </a:r>
                    </a:p>
                  </a:txBody>
                  <a:tcPr anchor="ctr"/>
                </a:tc>
                <a:tc>
                  <a:txBody>
                    <a:bodyPr/>
                    <a:lstStyle/>
                    <a:p>
                      <a:pPr>
                        <a:buNone/>
                      </a:pPr>
                      <a:r>
                        <a:rPr lang="en-US" dirty="0"/>
                        <a:t>120</a:t>
                      </a:r>
                    </a:p>
                  </a:txBody>
                  <a:tcPr anchor="ctr"/>
                </a:tc>
                <a:extLst>
                  <a:ext uri="{0D108BD9-81ED-4DB2-BD59-A6C34878D82A}">
                    <a16:rowId xmlns:a16="http://schemas.microsoft.com/office/drawing/2014/main" val="4037983216"/>
                  </a:ext>
                </a:extLst>
              </a:tr>
              <a:tr h="0">
                <a:tc>
                  <a:txBody>
                    <a:bodyPr/>
                    <a:lstStyle/>
                    <a:p>
                      <a:pPr>
                        <a:buNone/>
                      </a:pPr>
                      <a:r>
                        <a:rPr lang="en-US" b="1"/>
                        <a:t>Total</a:t>
                      </a:r>
                      <a:endParaRPr lang="en-US"/>
                    </a:p>
                  </a:txBody>
                  <a:tcPr anchor="ctr">
                    <a:lnB w="6350" cap="flat" cmpd="sng" algn="ctr">
                      <a:noFill/>
                      <a:prstDash val="solid"/>
                      <a:miter lim="800000"/>
                    </a:lnB>
                  </a:tcPr>
                </a:tc>
                <a:tc>
                  <a:txBody>
                    <a:bodyPr/>
                    <a:lstStyle/>
                    <a:p>
                      <a:pPr>
                        <a:buNone/>
                      </a:pPr>
                      <a:r>
                        <a:rPr lang="en-US" dirty="0"/>
                        <a:t>1,750</a:t>
                      </a:r>
                    </a:p>
                  </a:txBody>
                  <a:tcPr anchor="ctr">
                    <a:lnB w="6350" cap="flat" cmpd="sng" algn="ctr">
                      <a:noFill/>
                      <a:prstDash val="solid"/>
                      <a:miter lim="800000"/>
                    </a:lnB>
                  </a:tcPr>
                </a:tc>
                <a:tc>
                  <a:txBody>
                    <a:bodyPr/>
                    <a:lstStyle/>
                    <a:p>
                      <a:pPr>
                        <a:buNone/>
                      </a:pPr>
                      <a:r>
                        <a:rPr lang="en-US" b="1" dirty="0"/>
                        <a:t>Total</a:t>
                      </a:r>
                      <a:endParaRPr lang="en-US" dirty="0"/>
                    </a:p>
                  </a:txBody>
                  <a:tcPr anchor="ctr">
                    <a:lnB w="6350" cap="flat" cmpd="sng" algn="ctr">
                      <a:noFill/>
                      <a:prstDash val="solid"/>
                      <a:miter lim="800000"/>
                    </a:lnB>
                  </a:tcPr>
                </a:tc>
                <a:tc>
                  <a:txBody>
                    <a:bodyPr/>
                    <a:lstStyle/>
                    <a:p>
                      <a:pPr>
                        <a:buNone/>
                      </a:pPr>
                      <a:r>
                        <a:rPr lang="en-US"/>
                        <a:t>970</a:t>
                      </a:r>
                    </a:p>
                  </a:txBody>
                  <a:tcPr anchor="ctr">
                    <a:lnB w="6350" cap="flat" cmpd="sng" algn="ctr">
                      <a:noFill/>
                      <a:prstDash val="solid"/>
                      <a:miter lim="800000"/>
                    </a:lnB>
                  </a:tcPr>
                </a:tc>
                <a:extLst>
                  <a:ext uri="{0D108BD9-81ED-4DB2-BD59-A6C34878D82A}">
                    <a16:rowId xmlns:a16="http://schemas.microsoft.com/office/drawing/2014/main" val="3349116500"/>
                  </a:ext>
                </a:extLst>
              </a:tr>
              <a:tr h="0">
                <a:tc>
                  <a:txBody>
                    <a:bodyPr/>
                    <a:lstStyle/>
                    <a:p>
                      <a:pPr>
                        <a:buNone/>
                      </a:pPr>
                      <a:r>
                        <a:rPr lang="en-US" b="1"/>
                        <a:t>Surplus</a:t>
                      </a:r>
                      <a:r>
                        <a:rPr lang="en-US"/>
                        <a:t> = 780</a:t>
                      </a:r>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2"/>
                    </a:solidFill>
                  </a:tcPr>
                </a:tc>
                <a:tc>
                  <a:txBody>
                    <a:bodyPr/>
                    <a:lstStyle/>
                    <a:p>
                      <a:pPr>
                        <a:buNone/>
                      </a:pPr>
                      <a:endParaRPr lang="en-US"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2"/>
                    </a:solidFill>
                  </a:tcPr>
                </a:tc>
                <a:tc>
                  <a:txBody>
                    <a:bodyPr/>
                    <a:lstStyle/>
                    <a:p>
                      <a:pPr>
                        <a:buNone/>
                      </a:pPr>
                      <a:endParaRPr lang="en-US"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2"/>
                    </a:solidFill>
                  </a:tcPr>
                </a:tc>
                <a:tc>
                  <a:txBody>
                    <a:bodyPr/>
                    <a:lstStyle/>
                    <a:p>
                      <a:pPr>
                        <a:buNone/>
                      </a:pPr>
                      <a:endParaRPr lang="en-US" dirty="0"/>
                    </a:p>
                  </a:txBody>
                  <a:tcPr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248690812"/>
                  </a:ext>
                </a:extLst>
              </a:tr>
            </a:tbl>
          </a:graphicData>
        </a:graphic>
      </p:graphicFrame>
    </p:spTree>
    <p:extLst>
      <p:ext uri="{BB962C8B-B14F-4D97-AF65-F5344CB8AC3E}">
        <p14:creationId xmlns:p14="http://schemas.microsoft.com/office/powerpoint/2010/main" val="1620026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0529-89F7-168F-E8C7-901C75799B50}"/>
              </a:ext>
            </a:extLst>
          </p:cNvPr>
          <p:cNvSpPr>
            <a:spLocks noGrp="1"/>
          </p:cNvSpPr>
          <p:nvPr>
            <p:ph type="title"/>
          </p:nvPr>
        </p:nvSpPr>
        <p:spPr>
          <a:xfrm>
            <a:off x="1005841" y="1078992"/>
            <a:ext cx="2109216" cy="1126868"/>
          </a:xfrm>
        </p:spPr>
        <p:txBody>
          <a:bodyPr>
            <a:noAutofit/>
          </a:bodyPr>
          <a:lstStyle/>
          <a:p>
            <a:r>
              <a:rPr lang="en-US" sz="2400" dirty="0"/>
              <a:t>Why income management matters?</a:t>
            </a:r>
          </a:p>
        </p:txBody>
      </p:sp>
      <p:sp>
        <p:nvSpPr>
          <p:cNvPr id="3" name="Text Placeholder 2">
            <a:extLst>
              <a:ext uri="{FF2B5EF4-FFF2-40B4-BE49-F238E27FC236}">
                <a16:creationId xmlns:a16="http://schemas.microsoft.com/office/drawing/2014/main" id="{3D652747-EE38-FA81-9EF3-F88668FDEC76}"/>
              </a:ext>
            </a:extLst>
          </p:cNvPr>
          <p:cNvSpPr>
            <a:spLocks noGrp="1"/>
          </p:cNvSpPr>
          <p:nvPr>
            <p:ph type="body" sz="quarter" idx="12"/>
          </p:nvPr>
        </p:nvSpPr>
        <p:spPr>
          <a:xfrm>
            <a:off x="4047197" y="2311238"/>
            <a:ext cx="2886456" cy="2139736"/>
          </a:xfrm>
        </p:spPr>
        <p:txBody>
          <a:bodyPr>
            <a:normAutofit fontScale="70000" lnSpcReduction="20000"/>
          </a:bodyPr>
          <a:lstStyle/>
          <a:p>
            <a:pPr marL="342900" indent="-342900">
              <a:buFont typeface="Arial" panose="020B0604020202020204" pitchFamily="34" charset="0"/>
              <a:buChar char="•"/>
              <a:defRPr sz="2000"/>
            </a:pPr>
            <a:r>
              <a:rPr lang="en-US" dirty="0"/>
              <a:t>Active: wages, salaries, overtime, bonuses, freelance</a:t>
            </a:r>
          </a:p>
          <a:p>
            <a:pPr marL="342900" indent="-342900">
              <a:buFont typeface="Arial" panose="020B0604020202020204" pitchFamily="34" charset="0"/>
              <a:buChar char="•"/>
              <a:defRPr sz="2000"/>
            </a:pPr>
            <a:r>
              <a:rPr lang="en-US" dirty="0"/>
              <a:t>Portfolio: dividends, interest, capital gains</a:t>
            </a:r>
          </a:p>
          <a:p>
            <a:pPr marL="342900" indent="-342900">
              <a:buFont typeface="Arial" panose="020B0604020202020204" pitchFamily="34" charset="0"/>
              <a:buChar char="•"/>
              <a:defRPr sz="2000"/>
            </a:pPr>
            <a:r>
              <a:rPr lang="en-US" dirty="0"/>
              <a:t>Passive/Business: rental income, royalties, small business profits</a:t>
            </a:r>
          </a:p>
          <a:p>
            <a:pPr marL="342900" indent="-342900">
              <a:buFont typeface="Arial" panose="020B0604020202020204" pitchFamily="34" charset="0"/>
              <a:buChar char="•"/>
              <a:defRPr sz="2000"/>
            </a:pPr>
            <a:r>
              <a:rPr lang="en-US" dirty="0"/>
              <a:t>Transfers: scholarships, benefits, pensions</a:t>
            </a:r>
          </a:p>
        </p:txBody>
      </p:sp>
      <p:pic>
        <p:nvPicPr>
          <p:cNvPr id="6148" name="Picture 4" descr="The Salary Sorter">
            <a:extLst>
              <a:ext uri="{FF2B5EF4-FFF2-40B4-BE49-F238E27FC236}">
                <a16:creationId xmlns:a16="http://schemas.microsoft.com/office/drawing/2014/main" id="{FC96811D-BAE6-A86E-C9FD-90F6BC2F7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4804" y="1078992"/>
            <a:ext cx="2657308" cy="4817277"/>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90B917DF-2E0F-531A-2203-9B594B7FE051}"/>
              </a:ext>
            </a:extLst>
          </p:cNvPr>
          <p:cNvSpPr txBox="1">
            <a:spLocks/>
          </p:cNvSpPr>
          <p:nvPr/>
        </p:nvSpPr>
        <p:spPr>
          <a:xfrm>
            <a:off x="4047197" y="1078992"/>
            <a:ext cx="2109216" cy="112686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b="1" kern="1200">
                <a:solidFill>
                  <a:schemeClr val="tx1"/>
                </a:solidFill>
                <a:latin typeface="Arial" charset="0"/>
                <a:ea typeface="Arial" charset="0"/>
                <a:cs typeface="Arial" charset="0"/>
              </a:defRPr>
            </a:lvl1pPr>
          </a:lstStyle>
          <a:p>
            <a:r>
              <a:rPr lang="en-US" sz="2400" dirty="0"/>
              <a:t>Sources of income</a:t>
            </a:r>
          </a:p>
        </p:txBody>
      </p:sp>
      <p:sp>
        <p:nvSpPr>
          <p:cNvPr id="9" name="Text Placeholder 2">
            <a:extLst>
              <a:ext uri="{FF2B5EF4-FFF2-40B4-BE49-F238E27FC236}">
                <a16:creationId xmlns:a16="http://schemas.microsoft.com/office/drawing/2014/main" id="{705226E2-BB94-4772-0DF6-12F14AAD4A09}"/>
              </a:ext>
            </a:extLst>
          </p:cNvPr>
          <p:cNvSpPr txBox="1">
            <a:spLocks/>
          </p:cNvSpPr>
          <p:nvPr/>
        </p:nvSpPr>
        <p:spPr>
          <a:xfrm>
            <a:off x="947928" y="2359132"/>
            <a:ext cx="2657308" cy="2139736"/>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 typeface="Arial"/>
              <a:buNone/>
              <a:defRPr sz="2000" kern="1200">
                <a:solidFill>
                  <a:schemeClr val="bg1">
                    <a:lumMod val="50000"/>
                  </a:schemeClr>
                </a:solidFill>
                <a:latin typeface="Arial" charset="0"/>
                <a:ea typeface="Arial" charset="0"/>
                <a:cs typeface="Arial"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GT Walsheim" charset="0"/>
                <a:ea typeface="GT Walsheim" charset="0"/>
                <a:cs typeface="GT Walsheim" charset="0"/>
              </a:defRPr>
            </a:lvl2pPr>
            <a:lvl3pPr marL="914400" indent="0" algn="l" defTabSz="914400" rtl="0" eaLnBrk="1" latinLnBrk="0" hangingPunct="1">
              <a:lnSpc>
                <a:spcPct val="90000"/>
              </a:lnSpc>
              <a:spcBef>
                <a:spcPts val="500"/>
              </a:spcBef>
              <a:buFont typeface="Arial"/>
              <a:buNone/>
              <a:defRPr sz="1800" kern="1200">
                <a:solidFill>
                  <a:schemeClr val="bg1">
                    <a:lumMod val="50000"/>
                  </a:schemeClr>
                </a:solidFill>
                <a:latin typeface="GT Walsheim" charset="0"/>
                <a:ea typeface="GT Walsheim" charset="0"/>
                <a:cs typeface="GT Walsheim" charset="0"/>
              </a:defRPr>
            </a:lvl3pPr>
            <a:lvl4pPr marL="13716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4pPr>
            <a:lvl5pPr marL="18288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defRPr sz="2000"/>
            </a:pPr>
            <a:r>
              <a:rPr lang="en-US" dirty="0"/>
              <a:t>Income fuels saving, investing, and debt repayment</a:t>
            </a:r>
          </a:p>
          <a:p>
            <a:pPr marL="342900" indent="-342900">
              <a:buFont typeface="Arial" panose="020B0604020202020204" pitchFamily="34" charset="0"/>
              <a:buChar char="•"/>
              <a:defRPr sz="2000"/>
            </a:pPr>
            <a:r>
              <a:rPr lang="en-US" dirty="0"/>
              <a:t>After-tax income—not gross—determines real choices</a:t>
            </a:r>
          </a:p>
          <a:p>
            <a:pPr marL="342900" indent="-342900">
              <a:buFont typeface="Arial" panose="020B0604020202020204" pitchFamily="34" charset="0"/>
              <a:buChar char="•"/>
              <a:defRPr sz="2000"/>
            </a:pPr>
            <a:r>
              <a:rPr lang="en-US" dirty="0"/>
              <a:t>Align spending with objectives to avoid lifestyle creep</a:t>
            </a:r>
          </a:p>
          <a:p>
            <a:pPr marL="342900" indent="-342900">
              <a:buFont typeface="Arial" panose="020B0604020202020204" pitchFamily="34" charset="0"/>
              <a:buChar char="•"/>
              <a:defRPr sz="2000"/>
            </a:pPr>
            <a:r>
              <a:rPr lang="en-US" dirty="0"/>
              <a:t>Automation and structure beat willpower</a:t>
            </a:r>
          </a:p>
          <a:p>
            <a:endParaRPr lang="en-US" dirty="0"/>
          </a:p>
        </p:txBody>
      </p:sp>
      <p:sp>
        <p:nvSpPr>
          <p:cNvPr id="11" name="TextBox 10">
            <a:extLst>
              <a:ext uri="{FF2B5EF4-FFF2-40B4-BE49-F238E27FC236}">
                <a16:creationId xmlns:a16="http://schemas.microsoft.com/office/drawing/2014/main" id="{832A7FDB-C160-FD0B-7800-91D9D22848EE}"/>
              </a:ext>
            </a:extLst>
          </p:cNvPr>
          <p:cNvSpPr txBox="1"/>
          <p:nvPr/>
        </p:nvSpPr>
        <p:spPr>
          <a:xfrm>
            <a:off x="1047965" y="5217152"/>
            <a:ext cx="5998464" cy="1123712"/>
          </a:xfrm>
          <a:prstGeom prst="round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buFont typeface="Arial" panose="020B0604020202020204" pitchFamily="34" charset="0"/>
              <a:buChar char="↑"/>
              <a:defRPr sz="2000"/>
            </a:pPr>
            <a:r>
              <a:rPr lang="en-US" sz="1500" dirty="0"/>
              <a:t>Invest in human capital: education, certifications, high-ROI skills</a:t>
            </a:r>
          </a:p>
          <a:p>
            <a:pPr marL="285750" indent="-285750">
              <a:buFont typeface="Arial" panose="020B0604020202020204" pitchFamily="34" charset="0"/>
              <a:buChar char="↑"/>
              <a:defRPr sz="2000"/>
            </a:pPr>
            <a:r>
              <a:rPr lang="en-US" sz="1500" dirty="0"/>
              <a:t>Negotiate compensation: base, variable pay, equity, benefits</a:t>
            </a:r>
          </a:p>
          <a:p>
            <a:pPr marL="285750" indent="-285750">
              <a:buFont typeface="Arial" panose="020B0604020202020204" pitchFamily="34" charset="0"/>
              <a:buChar char="↑"/>
              <a:defRPr sz="2000"/>
            </a:pPr>
            <a:r>
              <a:rPr lang="en-US" sz="1500" dirty="0"/>
              <a:t>Build side income: freelancing, digital products, tutoring</a:t>
            </a:r>
          </a:p>
          <a:p>
            <a:pPr marL="285750" indent="-285750">
              <a:buFont typeface="Arial" panose="020B0604020202020204" pitchFamily="34" charset="0"/>
              <a:buChar char="↑"/>
              <a:defRPr sz="2000"/>
            </a:pPr>
            <a:r>
              <a:rPr lang="en-US" sz="1500" dirty="0"/>
              <a:t>Employ capital: diversified long-term investing</a:t>
            </a:r>
          </a:p>
        </p:txBody>
      </p:sp>
    </p:spTree>
    <p:extLst>
      <p:ext uri="{BB962C8B-B14F-4D97-AF65-F5344CB8AC3E}">
        <p14:creationId xmlns:p14="http://schemas.microsoft.com/office/powerpoint/2010/main" val="591176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D2F6F-B096-15F4-B979-75D2D41DD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AE25E-6702-2527-0470-13680D2F945E}"/>
              </a:ext>
            </a:extLst>
          </p:cNvPr>
          <p:cNvSpPr>
            <a:spLocks noGrp="1"/>
          </p:cNvSpPr>
          <p:nvPr>
            <p:ph type="title"/>
          </p:nvPr>
        </p:nvSpPr>
        <p:spPr>
          <a:xfrm>
            <a:off x="1005840" y="1078992"/>
            <a:ext cx="4962143" cy="1126868"/>
          </a:xfrm>
        </p:spPr>
        <p:txBody>
          <a:bodyPr>
            <a:noAutofit/>
          </a:bodyPr>
          <a:lstStyle/>
          <a:p>
            <a:r>
              <a:rPr lang="en-US" sz="2400" dirty="0"/>
              <a:t>Expenditure categories and tips</a:t>
            </a:r>
          </a:p>
        </p:txBody>
      </p:sp>
      <p:sp>
        <p:nvSpPr>
          <p:cNvPr id="9" name="Text Placeholder 2">
            <a:extLst>
              <a:ext uri="{FF2B5EF4-FFF2-40B4-BE49-F238E27FC236}">
                <a16:creationId xmlns:a16="http://schemas.microsoft.com/office/drawing/2014/main" id="{7C01D78A-65F7-5F90-3E83-10D9D4D04DD4}"/>
              </a:ext>
            </a:extLst>
          </p:cNvPr>
          <p:cNvSpPr txBox="1">
            <a:spLocks/>
          </p:cNvSpPr>
          <p:nvPr/>
        </p:nvSpPr>
        <p:spPr>
          <a:xfrm>
            <a:off x="947927" y="2359132"/>
            <a:ext cx="6733031" cy="147525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a:buNone/>
              <a:defRPr sz="2000" kern="1200">
                <a:solidFill>
                  <a:schemeClr val="bg1">
                    <a:lumMod val="50000"/>
                  </a:schemeClr>
                </a:solidFill>
                <a:latin typeface="Arial" charset="0"/>
                <a:ea typeface="Arial" charset="0"/>
                <a:cs typeface="Arial"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GT Walsheim" charset="0"/>
                <a:ea typeface="GT Walsheim" charset="0"/>
                <a:cs typeface="GT Walsheim" charset="0"/>
              </a:defRPr>
            </a:lvl2pPr>
            <a:lvl3pPr marL="914400" indent="0" algn="l" defTabSz="914400" rtl="0" eaLnBrk="1" latinLnBrk="0" hangingPunct="1">
              <a:lnSpc>
                <a:spcPct val="90000"/>
              </a:lnSpc>
              <a:spcBef>
                <a:spcPts val="500"/>
              </a:spcBef>
              <a:buFont typeface="Arial"/>
              <a:buNone/>
              <a:defRPr sz="1800" kern="1200">
                <a:solidFill>
                  <a:schemeClr val="bg1">
                    <a:lumMod val="50000"/>
                  </a:schemeClr>
                </a:solidFill>
                <a:latin typeface="GT Walsheim" charset="0"/>
                <a:ea typeface="GT Walsheim" charset="0"/>
                <a:cs typeface="GT Walsheim" charset="0"/>
              </a:defRPr>
            </a:lvl3pPr>
            <a:lvl4pPr marL="13716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4pPr>
            <a:lvl5pPr marL="18288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defRPr sz="2000"/>
            </a:pPr>
            <a:r>
              <a:rPr lang="en-US" dirty="0"/>
              <a:t>Fixed: rent/mortgage, loans, insurance premiums</a:t>
            </a:r>
          </a:p>
          <a:p>
            <a:pPr marL="342900" indent="-342900">
              <a:buFont typeface="Arial" panose="020B0604020202020204" pitchFamily="34" charset="0"/>
              <a:buChar char="•"/>
              <a:defRPr sz="2000"/>
            </a:pPr>
            <a:r>
              <a:rPr lang="en-US" dirty="0"/>
              <a:t>Variable: groceries, transport, utilities</a:t>
            </a:r>
          </a:p>
          <a:p>
            <a:pPr marL="342900" indent="-342900">
              <a:buFont typeface="Arial" panose="020B0604020202020204" pitchFamily="34" charset="0"/>
              <a:buChar char="•"/>
              <a:defRPr sz="2000"/>
            </a:pPr>
            <a:r>
              <a:rPr lang="en-US" dirty="0"/>
              <a:t>Discretionary: leisure, dining out, subscriptions</a:t>
            </a:r>
          </a:p>
          <a:p>
            <a:pPr marL="342900" indent="-342900">
              <a:buFont typeface="Arial" panose="020B0604020202020204" pitchFamily="34" charset="0"/>
              <a:buChar char="•"/>
              <a:defRPr sz="2000"/>
            </a:pPr>
            <a:r>
              <a:rPr lang="en-US" dirty="0"/>
              <a:t>Periodic/Irregular: repairs, tuition, annual fees (use sinking funds)</a:t>
            </a:r>
          </a:p>
        </p:txBody>
      </p:sp>
      <p:sp>
        <p:nvSpPr>
          <p:cNvPr id="11" name="TextBox 10">
            <a:extLst>
              <a:ext uri="{FF2B5EF4-FFF2-40B4-BE49-F238E27FC236}">
                <a16:creationId xmlns:a16="http://schemas.microsoft.com/office/drawing/2014/main" id="{FEBDEEEC-4D49-2E24-F5F4-A6E9D151D574}"/>
              </a:ext>
            </a:extLst>
          </p:cNvPr>
          <p:cNvSpPr txBox="1"/>
          <p:nvPr/>
        </p:nvSpPr>
        <p:spPr>
          <a:xfrm>
            <a:off x="1115021" y="4321040"/>
            <a:ext cx="6242852" cy="1379101"/>
          </a:xfrm>
          <a:prstGeom prst="round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buFont typeface="Arial" panose="020B0604020202020204" pitchFamily="34" charset="0"/>
              <a:buChar char="↓"/>
              <a:defRPr sz="2000"/>
            </a:pPr>
            <a:r>
              <a:rPr lang="en-US" sz="1500" dirty="0"/>
              <a:t>Track: bank export/app/spreadsheet</a:t>
            </a:r>
          </a:p>
          <a:p>
            <a:pPr marL="285750" indent="-285750">
              <a:buFont typeface="Arial" panose="020B0604020202020204" pitchFamily="34" charset="0"/>
              <a:buChar char="↓"/>
              <a:defRPr sz="2000"/>
            </a:pPr>
            <a:r>
              <a:rPr lang="en-US" sz="1500" dirty="0"/>
              <a:t>Structure: 50/30/20, envelope/zero-based budgeting</a:t>
            </a:r>
          </a:p>
          <a:p>
            <a:pPr marL="285750" indent="-285750">
              <a:buFont typeface="Arial" panose="020B0604020202020204" pitchFamily="34" charset="0"/>
              <a:buChar char="↓"/>
              <a:defRPr sz="2000"/>
            </a:pPr>
            <a:r>
              <a:rPr lang="en-US" sz="1500" dirty="0"/>
              <a:t>Squeeze leakage: subscription audit (</a:t>
            </a:r>
            <a:r>
              <a:rPr lang="en-US" sz="1500" b="1" dirty="0"/>
              <a:t>status quo bias</a:t>
            </a:r>
            <a:r>
              <a:rPr lang="en-US" sz="1500" dirty="0"/>
              <a:t>), impulse delay, category caps</a:t>
            </a:r>
          </a:p>
          <a:p>
            <a:pPr marL="285750" indent="-285750">
              <a:buFont typeface="Arial" panose="020B0604020202020204" pitchFamily="34" charset="0"/>
              <a:buChar char="↓"/>
              <a:defRPr sz="2000"/>
            </a:pPr>
            <a:r>
              <a:rPr lang="en-US" sz="1500" dirty="0"/>
              <a:t>Automate: bills, savings, and investing on payday</a:t>
            </a:r>
          </a:p>
        </p:txBody>
      </p:sp>
      <p:pic>
        <p:nvPicPr>
          <p:cNvPr id="6" name="Picture 5">
            <a:extLst>
              <a:ext uri="{FF2B5EF4-FFF2-40B4-BE49-F238E27FC236}">
                <a16:creationId xmlns:a16="http://schemas.microsoft.com/office/drawing/2014/main" id="{7B3471B1-C7DF-97B8-6D21-936DE2CAFA8D}"/>
              </a:ext>
            </a:extLst>
          </p:cNvPr>
          <p:cNvPicPr>
            <a:picLocks noChangeAspect="1"/>
          </p:cNvPicPr>
          <p:nvPr/>
        </p:nvPicPr>
        <p:blipFill>
          <a:blip r:embed="rId2"/>
          <a:stretch>
            <a:fillRect/>
          </a:stretch>
        </p:blipFill>
        <p:spPr>
          <a:xfrm>
            <a:off x="7555992" y="1487424"/>
            <a:ext cx="4114800" cy="4114800"/>
          </a:xfrm>
          <a:prstGeom prst="rect">
            <a:avLst/>
          </a:prstGeom>
        </p:spPr>
      </p:pic>
    </p:spTree>
    <p:extLst>
      <p:ext uri="{BB962C8B-B14F-4D97-AF65-F5344CB8AC3E}">
        <p14:creationId xmlns:p14="http://schemas.microsoft.com/office/powerpoint/2010/main" val="1711010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AE7B3-218C-331B-8F04-A0BE26C2A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DDEC5-E984-1F39-DFDA-AA06CE782734}"/>
              </a:ext>
            </a:extLst>
          </p:cNvPr>
          <p:cNvSpPr>
            <a:spLocks noGrp="1"/>
          </p:cNvSpPr>
          <p:nvPr>
            <p:ph type="title"/>
          </p:nvPr>
        </p:nvSpPr>
        <p:spPr/>
        <p:txBody>
          <a:bodyPr/>
          <a:lstStyle/>
          <a:p>
            <a:r>
              <a:rPr lang="en-US" dirty="0"/>
              <a:t>How to build it?</a:t>
            </a:r>
          </a:p>
        </p:txBody>
      </p:sp>
      <p:sp>
        <p:nvSpPr>
          <p:cNvPr id="3" name="Text Placeholder 2">
            <a:extLst>
              <a:ext uri="{FF2B5EF4-FFF2-40B4-BE49-F238E27FC236}">
                <a16:creationId xmlns:a16="http://schemas.microsoft.com/office/drawing/2014/main" id="{D12FDE65-AF31-F4AD-10F7-37623E9C12A0}"/>
              </a:ext>
            </a:extLst>
          </p:cNvPr>
          <p:cNvSpPr>
            <a:spLocks noGrp="1"/>
          </p:cNvSpPr>
          <p:nvPr>
            <p:ph type="body" sz="quarter" idx="12"/>
          </p:nvPr>
        </p:nvSpPr>
        <p:spPr>
          <a:xfrm>
            <a:off x="838201" y="1952423"/>
            <a:ext cx="4672584" cy="3597450"/>
          </a:xfrm>
        </p:spPr>
        <p:txBody>
          <a:bodyPr>
            <a:normAutofit fontScale="92500" lnSpcReduction="20000"/>
          </a:bodyPr>
          <a:lstStyle/>
          <a:p>
            <a:r>
              <a:rPr lang="en-US" b="1" dirty="0"/>
              <a:t>INCOME</a:t>
            </a:r>
            <a:endParaRPr lang="en-US" dirty="0"/>
          </a:p>
          <a:p>
            <a:pPr marL="457200" indent="-457200">
              <a:buAutoNum type="arabicPeriod"/>
            </a:pPr>
            <a:r>
              <a:rPr lang="en-US" dirty="0"/>
              <a:t>Record all your money received. Income is the inflow or cash for an individual or household. </a:t>
            </a:r>
          </a:p>
          <a:p>
            <a:pPr marL="457200" indent="-457200">
              <a:buAutoNum type="arabicPeriod"/>
            </a:pPr>
            <a:r>
              <a:rPr lang="en-US" dirty="0"/>
              <a:t>Salaries, self-employment, interest, dividends, gifts, grants, scholarships, government payments, pensions, retirement income, child support. </a:t>
            </a:r>
          </a:p>
          <a:p>
            <a:pPr marL="457200" indent="-457200">
              <a:buAutoNum type="arabicPeriod"/>
            </a:pPr>
            <a:r>
              <a:rPr lang="en-US" b="1" dirty="0"/>
              <a:t>Take-home pay or net pay </a:t>
            </a:r>
            <a:r>
              <a:rPr lang="en-US" dirty="0"/>
              <a:t>is the income after any deduction.</a:t>
            </a:r>
          </a:p>
          <a:p>
            <a:pPr marL="457200" indent="-457200">
              <a:buAutoNum type="arabicPeriod"/>
            </a:pPr>
            <a:r>
              <a:rPr lang="en-US" b="1" dirty="0"/>
              <a:t>Discretionary income </a:t>
            </a:r>
            <a:r>
              <a:rPr lang="en-US" dirty="0"/>
              <a:t>is what you have after paying for housing food and other necessities</a:t>
            </a:r>
          </a:p>
        </p:txBody>
      </p:sp>
      <p:sp>
        <p:nvSpPr>
          <p:cNvPr id="5" name="Text Placeholder 2">
            <a:extLst>
              <a:ext uri="{FF2B5EF4-FFF2-40B4-BE49-F238E27FC236}">
                <a16:creationId xmlns:a16="http://schemas.microsoft.com/office/drawing/2014/main" id="{B75F1EEC-4981-AD03-FD4C-76314321801E}"/>
              </a:ext>
            </a:extLst>
          </p:cNvPr>
          <p:cNvSpPr txBox="1">
            <a:spLocks/>
          </p:cNvSpPr>
          <p:nvPr/>
        </p:nvSpPr>
        <p:spPr>
          <a:xfrm>
            <a:off x="6147817" y="2013383"/>
            <a:ext cx="4672584" cy="3597450"/>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a:buNone/>
              <a:defRPr sz="2000" kern="1200">
                <a:solidFill>
                  <a:schemeClr val="bg1">
                    <a:lumMod val="50000"/>
                  </a:schemeClr>
                </a:solidFill>
                <a:latin typeface="Arial" charset="0"/>
                <a:ea typeface="Arial" charset="0"/>
                <a:cs typeface="Arial"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GT Walsheim" charset="0"/>
                <a:ea typeface="GT Walsheim" charset="0"/>
                <a:cs typeface="GT Walsheim" charset="0"/>
              </a:defRPr>
            </a:lvl2pPr>
            <a:lvl3pPr marL="914400" indent="0" algn="l" defTabSz="914400" rtl="0" eaLnBrk="1" latinLnBrk="0" hangingPunct="1">
              <a:lnSpc>
                <a:spcPct val="90000"/>
              </a:lnSpc>
              <a:spcBef>
                <a:spcPts val="500"/>
              </a:spcBef>
              <a:buFont typeface="Arial"/>
              <a:buNone/>
              <a:defRPr sz="1800" kern="1200">
                <a:solidFill>
                  <a:schemeClr val="bg1">
                    <a:lumMod val="50000"/>
                  </a:schemeClr>
                </a:solidFill>
                <a:latin typeface="GT Walsheim" charset="0"/>
                <a:ea typeface="GT Walsheim" charset="0"/>
                <a:cs typeface="GT Walsheim" charset="0"/>
              </a:defRPr>
            </a:lvl3pPr>
            <a:lvl4pPr marL="13716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4pPr>
            <a:lvl5pPr marL="1828800" indent="0" algn="l" defTabSz="914400" rtl="0" eaLnBrk="1" latinLnBrk="0" hangingPunct="1">
              <a:lnSpc>
                <a:spcPct val="90000"/>
              </a:lnSpc>
              <a:spcBef>
                <a:spcPts val="500"/>
              </a:spcBef>
              <a:buFont typeface="Arial"/>
              <a:buNone/>
              <a:defRPr sz="1600" kern="1200">
                <a:solidFill>
                  <a:schemeClr val="bg1">
                    <a:lumMod val="50000"/>
                  </a:schemeClr>
                </a:solidFill>
                <a:latin typeface="GT Walsheim" charset="0"/>
                <a:ea typeface="GT Walsheim" charset="0"/>
                <a:cs typeface="GT Walsheim"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OUTFLOWS</a:t>
            </a:r>
            <a:endParaRPr lang="en-US" dirty="0"/>
          </a:p>
          <a:p>
            <a:pPr marL="457200" indent="-457200">
              <a:buFont typeface="Arial"/>
              <a:buAutoNum type="arabicPeriod"/>
            </a:pPr>
            <a:r>
              <a:rPr lang="en-US" dirty="0"/>
              <a:t>Record all the payments that you make during a period of time. You can classify them</a:t>
            </a:r>
          </a:p>
          <a:p>
            <a:pPr marL="457200" indent="-457200">
              <a:buFont typeface="Arial"/>
              <a:buAutoNum type="arabicPeriod"/>
            </a:pPr>
            <a:r>
              <a:rPr lang="en-US" dirty="0"/>
              <a:t>Fixed expenses are payments that do not vary from month to month. Rent or mortgage payments, installment loan payments, </a:t>
            </a:r>
            <a:r>
              <a:rPr lang="en-US" dirty="0" err="1"/>
              <a:t>wifi</a:t>
            </a:r>
            <a:r>
              <a:rPr lang="en-US" dirty="0"/>
              <a:t> service, and a monthly train ticket for commuting to work are examples of constant or fixed cash outflows</a:t>
            </a:r>
          </a:p>
          <a:p>
            <a:pPr marL="457200" indent="-457200">
              <a:buFont typeface="Arial"/>
              <a:buAutoNum type="arabicPeriod"/>
            </a:pPr>
            <a:r>
              <a:rPr lang="en-US" dirty="0"/>
              <a:t>Variable expenses are flexible payments that change from month to month. Common examples of variable cash outflows are food, utilities</a:t>
            </a:r>
          </a:p>
          <a:p>
            <a:pPr marL="457200" indent="-457200">
              <a:buFont typeface="Arial"/>
              <a:buAutoNum type="arabicPeriod"/>
            </a:pPr>
            <a:r>
              <a:rPr lang="en-US" dirty="0"/>
              <a:t>A subset of variable expenses is discretionary expenses which include all the “wants” like leisure, gifts, etc.</a:t>
            </a:r>
          </a:p>
        </p:txBody>
      </p:sp>
      <p:sp>
        <p:nvSpPr>
          <p:cNvPr id="4" name="TextBox 3">
            <a:extLst>
              <a:ext uri="{FF2B5EF4-FFF2-40B4-BE49-F238E27FC236}">
                <a16:creationId xmlns:a16="http://schemas.microsoft.com/office/drawing/2014/main" id="{F9ED9D38-49DB-A21E-DA89-BB7645331449}"/>
              </a:ext>
            </a:extLst>
          </p:cNvPr>
          <p:cNvSpPr txBox="1"/>
          <p:nvPr/>
        </p:nvSpPr>
        <p:spPr>
          <a:xfrm>
            <a:off x="1033129" y="5852599"/>
            <a:ext cx="10125741" cy="584775"/>
          </a:xfrm>
          <a:prstGeom prst="rect">
            <a:avLst/>
          </a:prstGeom>
          <a:noFill/>
        </p:spPr>
        <p:txBody>
          <a:bodyPr wrap="square" rtlCol="0">
            <a:spAutoFit/>
          </a:bodyPr>
          <a:lstStyle/>
          <a:p>
            <a:r>
              <a:rPr lang="en-US" sz="1600" dirty="0"/>
              <a:t>The difference between inflows and out flows can be either a positive (surplus) or a negative (deficit) cash flow. When you have a cash surplus, this amount is available for saving, investing, or paying off debts.</a:t>
            </a:r>
            <a:endParaRPr lang="en-US" sz="1600" i="1" dirty="0"/>
          </a:p>
        </p:txBody>
      </p:sp>
    </p:spTree>
    <p:extLst>
      <p:ext uri="{BB962C8B-B14F-4D97-AF65-F5344CB8AC3E}">
        <p14:creationId xmlns:p14="http://schemas.microsoft.com/office/powerpoint/2010/main" val="101911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13FD1-ABBB-5AD1-9396-DA7E7E0CA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9CC8B-4851-A1FB-E134-038E674FC916}"/>
              </a:ext>
            </a:extLst>
          </p:cNvPr>
          <p:cNvSpPr>
            <a:spLocks noGrp="1"/>
          </p:cNvSpPr>
          <p:nvPr>
            <p:ph type="title"/>
          </p:nvPr>
        </p:nvSpPr>
        <p:spPr>
          <a:xfrm>
            <a:off x="958703" y="796982"/>
            <a:ext cx="3195083" cy="1126868"/>
          </a:xfrm>
        </p:spPr>
        <p:txBody>
          <a:bodyPr>
            <a:noAutofit/>
          </a:bodyPr>
          <a:lstStyle/>
          <a:p>
            <a:r>
              <a:rPr lang="es-419" sz="3200" dirty="0" err="1"/>
              <a:t>Example</a:t>
            </a:r>
            <a:r>
              <a:rPr lang="es-419" sz="3200" dirty="0"/>
              <a:t>:</a:t>
            </a:r>
            <a:endParaRPr lang="en-US" sz="3200" dirty="0"/>
          </a:p>
        </p:txBody>
      </p:sp>
      <p:pic>
        <p:nvPicPr>
          <p:cNvPr id="4" name="Picture 3">
            <a:extLst>
              <a:ext uri="{FF2B5EF4-FFF2-40B4-BE49-F238E27FC236}">
                <a16:creationId xmlns:a16="http://schemas.microsoft.com/office/drawing/2014/main" id="{56A24B70-3026-0B1E-9681-D63188572C50}"/>
              </a:ext>
            </a:extLst>
          </p:cNvPr>
          <p:cNvPicPr>
            <a:picLocks noChangeAspect="1"/>
          </p:cNvPicPr>
          <p:nvPr/>
        </p:nvPicPr>
        <p:blipFill>
          <a:blip r:embed="rId2"/>
          <a:stretch>
            <a:fillRect/>
          </a:stretch>
        </p:blipFill>
        <p:spPr>
          <a:xfrm>
            <a:off x="3678334" y="528"/>
            <a:ext cx="4359882" cy="6857472"/>
          </a:xfrm>
          <a:prstGeom prst="rect">
            <a:avLst/>
          </a:prstGeom>
        </p:spPr>
      </p:pic>
    </p:spTree>
    <p:extLst>
      <p:ext uri="{BB962C8B-B14F-4D97-AF65-F5344CB8AC3E}">
        <p14:creationId xmlns:p14="http://schemas.microsoft.com/office/powerpoint/2010/main" val="1192829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DE21-E240-356F-96CD-74B007D29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477B8-2690-1457-F613-926AA16F643F}"/>
              </a:ext>
            </a:extLst>
          </p:cNvPr>
          <p:cNvSpPr>
            <a:spLocks noGrp="1"/>
          </p:cNvSpPr>
          <p:nvPr>
            <p:ph type="title"/>
          </p:nvPr>
        </p:nvSpPr>
        <p:spPr/>
        <p:txBody>
          <a:bodyPr>
            <a:normAutofit/>
          </a:bodyPr>
          <a:lstStyle/>
          <a:p>
            <a:r>
              <a:rPr lang="en-US" dirty="0"/>
              <a:t>Ratios</a:t>
            </a:r>
          </a:p>
        </p:txBody>
      </p:sp>
      <p:graphicFrame>
        <p:nvGraphicFramePr>
          <p:cNvPr id="8" name="Table 7">
            <a:extLst>
              <a:ext uri="{FF2B5EF4-FFF2-40B4-BE49-F238E27FC236}">
                <a16:creationId xmlns:a16="http://schemas.microsoft.com/office/drawing/2014/main" id="{B5890E60-19EE-198B-C9EB-4C96D96F105E}"/>
              </a:ext>
            </a:extLst>
          </p:cNvPr>
          <p:cNvGraphicFramePr>
            <a:graphicFrameLocks noGrp="1"/>
          </p:cNvGraphicFramePr>
          <p:nvPr>
            <p:extLst>
              <p:ext uri="{D42A27DB-BD31-4B8C-83A1-F6EECF244321}">
                <p14:modId xmlns:p14="http://schemas.microsoft.com/office/powerpoint/2010/main" val="3778506668"/>
              </p:ext>
            </p:extLst>
          </p:nvPr>
        </p:nvGraphicFramePr>
        <p:xfrm>
          <a:off x="883920" y="2258186"/>
          <a:ext cx="9168384" cy="3202248"/>
        </p:xfrm>
        <a:graphic>
          <a:graphicData uri="http://schemas.openxmlformats.org/drawingml/2006/table">
            <a:tbl>
              <a:tblPr>
                <a:tableStyleId>{616DA210-FB5B-4158-B5E0-FEB733F419BA}</a:tableStyleId>
              </a:tblPr>
              <a:tblGrid>
                <a:gridCol w="2292096">
                  <a:extLst>
                    <a:ext uri="{9D8B030D-6E8A-4147-A177-3AD203B41FA5}">
                      <a16:colId xmlns:a16="http://schemas.microsoft.com/office/drawing/2014/main" val="585724036"/>
                    </a:ext>
                  </a:extLst>
                </a:gridCol>
                <a:gridCol w="2292096">
                  <a:extLst>
                    <a:ext uri="{9D8B030D-6E8A-4147-A177-3AD203B41FA5}">
                      <a16:colId xmlns:a16="http://schemas.microsoft.com/office/drawing/2014/main" val="147057253"/>
                    </a:ext>
                  </a:extLst>
                </a:gridCol>
                <a:gridCol w="2292096">
                  <a:extLst>
                    <a:ext uri="{9D8B030D-6E8A-4147-A177-3AD203B41FA5}">
                      <a16:colId xmlns:a16="http://schemas.microsoft.com/office/drawing/2014/main" val="1231157720"/>
                    </a:ext>
                  </a:extLst>
                </a:gridCol>
                <a:gridCol w="2292096">
                  <a:extLst>
                    <a:ext uri="{9D8B030D-6E8A-4147-A177-3AD203B41FA5}">
                      <a16:colId xmlns:a16="http://schemas.microsoft.com/office/drawing/2014/main" val="2382816680"/>
                    </a:ext>
                  </a:extLst>
                </a:gridCol>
              </a:tblGrid>
              <a:tr h="143164">
                <a:tc>
                  <a:txBody>
                    <a:bodyPr/>
                    <a:lstStyle/>
                    <a:p>
                      <a:pPr>
                        <a:buNone/>
                      </a:pPr>
                      <a:r>
                        <a:rPr lang="en-US" sz="1050" b="1"/>
                        <a:t>Ratio</a:t>
                      </a:r>
                      <a:endParaRPr lang="en-US" sz="1050"/>
                    </a:p>
                  </a:txBody>
                  <a:tcPr marL="35791" marR="35791" marT="17895" marB="17895" anchor="ctr"/>
                </a:tc>
                <a:tc>
                  <a:txBody>
                    <a:bodyPr/>
                    <a:lstStyle/>
                    <a:p>
                      <a:pPr>
                        <a:buNone/>
                      </a:pPr>
                      <a:r>
                        <a:rPr lang="en-US" sz="1050" b="1"/>
                        <a:t>Calculation</a:t>
                      </a:r>
                      <a:endParaRPr lang="en-US" sz="1050"/>
                    </a:p>
                  </a:txBody>
                  <a:tcPr marL="35791" marR="35791" marT="17895" marB="17895" anchor="ctr"/>
                </a:tc>
                <a:tc>
                  <a:txBody>
                    <a:bodyPr/>
                    <a:lstStyle/>
                    <a:p>
                      <a:pPr>
                        <a:buNone/>
                      </a:pPr>
                      <a:r>
                        <a:rPr lang="en-US" sz="1050" b="1"/>
                        <a:t>Example</a:t>
                      </a:r>
                      <a:endParaRPr lang="en-US" sz="1050"/>
                    </a:p>
                  </a:txBody>
                  <a:tcPr marL="35791" marR="35791" marT="17895" marB="17895" anchor="ctr"/>
                </a:tc>
                <a:tc>
                  <a:txBody>
                    <a:bodyPr/>
                    <a:lstStyle/>
                    <a:p>
                      <a:pPr>
                        <a:buNone/>
                      </a:pPr>
                      <a:r>
                        <a:rPr lang="en-US" sz="1050" b="1"/>
                        <a:t>Interpretation</a:t>
                      </a:r>
                      <a:endParaRPr lang="en-US" sz="1050"/>
                    </a:p>
                  </a:txBody>
                  <a:tcPr marL="35791" marR="35791" marT="17895" marB="17895" anchor="ctr"/>
                </a:tc>
                <a:extLst>
                  <a:ext uri="{0D108BD9-81ED-4DB2-BD59-A6C34878D82A}">
                    <a16:rowId xmlns:a16="http://schemas.microsoft.com/office/drawing/2014/main" val="287378146"/>
                  </a:ext>
                </a:extLst>
              </a:tr>
              <a:tr h="572655">
                <a:tc>
                  <a:txBody>
                    <a:bodyPr/>
                    <a:lstStyle/>
                    <a:p>
                      <a:pPr>
                        <a:buNone/>
                      </a:pPr>
                      <a:r>
                        <a:rPr lang="en-US" sz="1050" b="1"/>
                        <a:t>Debt ratio</a:t>
                      </a:r>
                      <a:endParaRPr lang="en-US" sz="1050"/>
                    </a:p>
                  </a:txBody>
                  <a:tcPr marL="35791" marR="35791" marT="17895" marB="17895" anchor="ctr"/>
                </a:tc>
                <a:tc>
                  <a:txBody>
                    <a:bodyPr/>
                    <a:lstStyle/>
                    <a:p>
                      <a:pPr>
                        <a:buNone/>
                      </a:pPr>
                      <a:r>
                        <a:rPr lang="en-US" sz="1050"/>
                        <a:t>Liabilities ÷ Net Worth</a:t>
                      </a:r>
                    </a:p>
                  </a:txBody>
                  <a:tcPr marL="35791" marR="35791" marT="17895" marB="17895" anchor="ctr"/>
                </a:tc>
                <a:tc>
                  <a:txBody>
                    <a:bodyPr/>
                    <a:lstStyle/>
                    <a:p>
                      <a:pPr>
                        <a:buNone/>
                      </a:pPr>
                      <a:r>
                        <a:rPr lang="en-US" sz="1050"/>
                        <a:t>€25,000 ÷ €50,000 = </a:t>
                      </a:r>
                      <a:r>
                        <a:rPr lang="en-US" sz="1050" b="1"/>
                        <a:t>0.5</a:t>
                      </a:r>
                      <a:endParaRPr lang="en-US" sz="1050"/>
                    </a:p>
                  </a:txBody>
                  <a:tcPr marL="35791" marR="35791" marT="17895" marB="17895" anchor="ctr"/>
                </a:tc>
                <a:tc>
                  <a:txBody>
                    <a:bodyPr/>
                    <a:lstStyle/>
                    <a:p>
                      <a:pPr>
                        <a:buNone/>
                      </a:pPr>
                      <a:r>
                        <a:rPr lang="en-US" sz="1050"/>
                        <a:t>Shows leverage: lower is better. A ratio &gt;1 means liabilities exceed assets.</a:t>
                      </a:r>
                    </a:p>
                  </a:txBody>
                  <a:tcPr marL="35791" marR="35791" marT="17895" marB="17895" anchor="ctr"/>
                </a:tc>
                <a:extLst>
                  <a:ext uri="{0D108BD9-81ED-4DB2-BD59-A6C34878D82A}">
                    <a16:rowId xmlns:a16="http://schemas.microsoft.com/office/drawing/2014/main" val="406440253"/>
                  </a:ext>
                </a:extLst>
              </a:tr>
              <a:tr h="357909">
                <a:tc>
                  <a:txBody>
                    <a:bodyPr/>
                    <a:lstStyle/>
                    <a:p>
                      <a:pPr>
                        <a:buNone/>
                      </a:pPr>
                      <a:r>
                        <a:rPr lang="en-US" sz="1050" b="1"/>
                        <a:t>Current ratio</a:t>
                      </a:r>
                      <a:endParaRPr lang="en-US" sz="1050"/>
                    </a:p>
                  </a:txBody>
                  <a:tcPr marL="35791" marR="35791" marT="17895" marB="17895" anchor="ctr"/>
                </a:tc>
                <a:tc>
                  <a:txBody>
                    <a:bodyPr/>
                    <a:lstStyle/>
                    <a:p>
                      <a:pPr>
                        <a:buNone/>
                      </a:pPr>
                      <a:r>
                        <a:rPr lang="en-US" sz="1050"/>
                        <a:t>Liquid Assets ÷ Current Liabilities</a:t>
                      </a:r>
                    </a:p>
                  </a:txBody>
                  <a:tcPr marL="35791" marR="35791" marT="17895" marB="17895" anchor="ctr"/>
                </a:tc>
                <a:tc>
                  <a:txBody>
                    <a:bodyPr/>
                    <a:lstStyle/>
                    <a:p>
                      <a:pPr>
                        <a:buNone/>
                      </a:pPr>
                      <a:r>
                        <a:rPr lang="en-US" sz="1050"/>
                        <a:t>€4,000 ÷ €2,000 = </a:t>
                      </a:r>
                      <a:r>
                        <a:rPr lang="en-US" sz="1050" b="1"/>
                        <a:t>2.0</a:t>
                      </a:r>
                      <a:endParaRPr lang="en-US" sz="1050"/>
                    </a:p>
                  </a:txBody>
                  <a:tcPr marL="35791" marR="35791" marT="17895" marB="17895" anchor="ctr"/>
                </a:tc>
                <a:tc>
                  <a:txBody>
                    <a:bodyPr/>
                    <a:lstStyle/>
                    <a:p>
                      <a:pPr>
                        <a:buNone/>
                      </a:pPr>
                      <a:r>
                        <a:rPr lang="en-US" sz="1050"/>
                        <a:t>Indicates ability to pay short-term bills. Target ≥ 1.5–2.0.</a:t>
                      </a:r>
                    </a:p>
                  </a:txBody>
                  <a:tcPr marL="35791" marR="35791" marT="17895" marB="17895" anchor="ctr"/>
                </a:tc>
                <a:extLst>
                  <a:ext uri="{0D108BD9-81ED-4DB2-BD59-A6C34878D82A}">
                    <a16:rowId xmlns:a16="http://schemas.microsoft.com/office/drawing/2014/main" val="1944106576"/>
                  </a:ext>
                </a:extLst>
              </a:tr>
              <a:tr h="572655">
                <a:tc>
                  <a:txBody>
                    <a:bodyPr/>
                    <a:lstStyle/>
                    <a:p>
                      <a:pPr>
                        <a:buNone/>
                      </a:pPr>
                      <a:r>
                        <a:rPr lang="en-US" sz="1050" b="1" dirty="0"/>
                        <a:t>Liquidity ratio</a:t>
                      </a:r>
                      <a:endParaRPr lang="en-US" sz="1050" dirty="0"/>
                    </a:p>
                  </a:txBody>
                  <a:tcPr marL="35791" marR="35791" marT="17895" marB="17895" anchor="ctr"/>
                </a:tc>
                <a:tc>
                  <a:txBody>
                    <a:bodyPr/>
                    <a:lstStyle/>
                    <a:p>
                      <a:pPr>
                        <a:buNone/>
                      </a:pPr>
                      <a:r>
                        <a:rPr lang="en-US" sz="1050" dirty="0"/>
                        <a:t>Liquid Assets ÷ Monthly Expenses</a:t>
                      </a:r>
                    </a:p>
                  </a:txBody>
                  <a:tcPr marL="35791" marR="35791" marT="17895" marB="17895" anchor="ctr"/>
                </a:tc>
                <a:tc>
                  <a:txBody>
                    <a:bodyPr/>
                    <a:lstStyle/>
                    <a:p>
                      <a:pPr>
                        <a:buNone/>
                      </a:pPr>
                      <a:r>
                        <a:rPr lang="en-US" sz="1050" dirty="0"/>
                        <a:t>€10,000 ÷ €4,000 = </a:t>
                      </a:r>
                      <a:r>
                        <a:rPr lang="en-US" sz="1050" b="1" dirty="0"/>
                        <a:t>2.5</a:t>
                      </a:r>
                      <a:endParaRPr lang="en-US" sz="1050" dirty="0"/>
                    </a:p>
                  </a:txBody>
                  <a:tcPr marL="35791" marR="35791" marT="17895" marB="17895" anchor="ctr"/>
                </a:tc>
                <a:tc>
                  <a:txBody>
                    <a:bodyPr/>
                    <a:lstStyle/>
                    <a:p>
                      <a:pPr>
                        <a:buNone/>
                      </a:pPr>
                      <a:r>
                        <a:rPr lang="en-US" sz="1050" dirty="0"/>
                        <a:t>Shows how many months you can cover expenses without income. Target: 3–6 months.</a:t>
                      </a:r>
                    </a:p>
                  </a:txBody>
                  <a:tcPr marL="35791" marR="35791" marT="17895" marB="17895" anchor="ctr"/>
                </a:tc>
                <a:extLst>
                  <a:ext uri="{0D108BD9-81ED-4DB2-BD59-A6C34878D82A}">
                    <a16:rowId xmlns:a16="http://schemas.microsoft.com/office/drawing/2014/main" val="1566981130"/>
                  </a:ext>
                </a:extLst>
              </a:tr>
              <a:tr h="465282">
                <a:tc>
                  <a:txBody>
                    <a:bodyPr/>
                    <a:lstStyle/>
                    <a:p>
                      <a:pPr>
                        <a:buNone/>
                      </a:pPr>
                      <a:r>
                        <a:rPr lang="en-US" sz="1050" b="1" dirty="0"/>
                        <a:t>Debt-payment ratio</a:t>
                      </a:r>
                      <a:endParaRPr lang="en-US" sz="1050" dirty="0"/>
                    </a:p>
                  </a:txBody>
                  <a:tcPr marL="35791" marR="35791" marT="17895" marB="17895" anchor="ctr"/>
                </a:tc>
                <a:tc>
                  <a:txBody>
                    <a:bodyPr/>
                    <a:lstStyle/>
                    <a:p>
                      <a:pPr>
                        <a:buNone/>
                      </a:pPr>
                      <a:r>
                        <a:rPr lang="en-US" sz="1050" dirty="0"/>
                        <a:t>Monthly Credit Payments ÷ Take-home Pay</a:t>
                      </a:r>
                    </a:p>
                  </a:txBody>
                  <a:tcPr marL="35791" marR="35791" marT="17895" marB="17895" anchor="ctr"/>
                </a:tc>
                <a:tc>
                  <a:txBody>
                    <a:bodyPr/>
                    <a:lstStyle/>
                    <a:p>
                      <a:pPr>
                        <a:buNone/>
                      </a:pPr>
                      <a:r>
                        <a:rPr lang="en-US" sz="1050"/>
                        <a:t>€540 ÷ €3,600 = </a:t>
                      </a:r>
                      <a:r>
                        <a:rPr lang="en-US" sz="1050" b="1"/>
                        <a:t>0.15</a:t>
                      </a:r>
                      <a:endParaRPr lang="en-US" sz="1050"/>
                    </a:p>
                  </a:txBody>
                  <a:tcPr marL="35791" marR="35791" marT="17895" marB="17895" anchor="ctr"/>
                </a:tc>
                <a:tc>
                  <a:txBody>
                    <a:bodyPr/>
                    <a:lstStyle/>
                    <a:p>
                      <a:pPr>
                        <a:buNone/>
                      </a:pPr>
                      <a:r>
                        <a:rPr lang="en-US" sz="1050"/>
                        <a:t>Share of income spent on debt. Keep &lt; 20%. Mortgage excluded.</a:t>
                      </a:r>
                    </a:p>
                  </a:txBody>
                  <a:tcPr marL="35791" marR="35791" marT="17895" marB="17895" anchor="ctr"/>
                </a:tc>
                <a:extLst>
                  <a:ext uri="{0D108BD9-81ED-4DB2-BD59-A6C34878D82A}">
                    <a16:rowId xmlns:a16="http://schemas.microsoft.com/office/drawing/2014/main" val="3346319945"/>
                  </a:ext>
                </a:extLst>
              </a:tr>
              <a:tr h="465282">
                <a:tc>
                  <a:txBody>
                    <a:bodyPr/>
                    <a:lstStyle/>
                    <a:p>
                      <a:pPr>
                        <a:buNone/>
                      </a:pPr>
                      <a:r>
                        <a:rPr lang="en-US" sz="1050" b="1"/>
                        <a:t>Savings ratio</a:t>
                      </a:r>
                      <a:endParaRPr lang="en-US" sz="1050"/>
                    </a:p>
                  </a:txBody>
                  <a:tcPr marL="35791" marR="35791" marT="17895" marB="17895" anchor="ctr"/>
                </a:tc>
                <a:tc>
                  <a:txBody>
                    <a:bodyPr/>
                    <a:lstStyle/>
                    <a:p>
                      <a:pPr>
                        <a:buNone/>
                      </a:pPr>
                      <a:r>
                        <a:rPr lang="en-US" sz="1050" dirty="0"/>
                        <a:t>Monthly Savings ÷ Gross(or Net) Income</a:t>
                      </a:r>
                    </a:p>
                  </a:txBody>
                  <a:tcPr marL="35791" marR="35791" marT="17895" marB="17895" anchor="ctr"/>
                </a:tc>
                <a:tc>
                  <a:txBody>
                    <a:bodyPr/>
                    <a:lstStyle/>
                    <a:p>
                      <a:pPr>
                        <a:buNone/>
                      </a:pPr>
                      <a:r>
                        <a:rPr lang="en-US" sz="1050"/>
                        <a:t>€648 ÷ €5,400 = </a:t>
                      </a:r>
                      <a:r>
                        <a:rPr lang="en-US" sz="1050" b="1"/>
                        <a:t>0.12</a:t>
                      </a:r>
                      <a:endParaRPr lang="en-US" sz="1050"/>
                    </a:p>
                  </a:txBody>
                  <a:tcPr marL="35791" marR="35791" marT="17895" marB="17895" anchor="ctr"/>
                </a:tc>
                <a:tc>
                  <a:txBody>
                    <a:bodyPr/>
                    <a:lstStyle/>
                    <a:p>
                      <a:pPr>
                        <a:buNone/>
                      </a:pPr>
                      <a:r>
                        <a:rPr lang="en-US" sz="1050"/>
                        <a:t>Savings rate. Experts suggest 10–20% depending on life stage.</a:t>
                      </a:r>
                    </a:p>
                  </a:txBody>
                  <a:tcPr marL="35791" marR="35791" marT="17895" marB="17895" anchor="ctr"/>
                </a:tc>
                <a:extLst>
                  <a:ext uri="{0D108BD9-81ED-4DB2-BD59-A6C34878D82A}">
                    <a16:rowId xmlns:a16="http://schemas.microsoft.com/office/drawing/2014/main" val="3622048314"/>
                  </a:ext>
                </a:extLst>
              </a:tr>
              <a:tr h="572655">
                <a:tc>
                  <a:txBody>
                    <a:bodyPr/>
                    <a:lstStyle/>
                    <a:p>
                      <a:pPr>
                        <a:buNone/>
                      </a:pPr>
                      <a:r>
                        <a:rPr lang="en-US" sz="1050" b="1"/>
                        <a:t>Net worth growth</a:t>
                      </a:r>
                      <a:endParaRPr lang="en-US" sz="1050"/>
                    </a:p>
                  </a:txBody>
                  <a:tcPr marL="35791" marR="35791" marT="17895" marB="17895" anchor="ctr"/>
                </a:tc>
                <a:tc>
                  <a:txBody>
                    <a:bodyPr/>
                    <a:lstStyle/>
                    <a:p>
                      <a:pPr>
                        <a:buNone/>
                      </a:pPr>
                      <a:r>
                        <a:rPr lang="en-US" sz="1050"/>
                        <a:t>(Net Worth this year – last year) ÷ last year</a:t>
                      </a:r>
                    </a:p>
                  </a:txBody>
                  <a:tcPr marL="35791" marR="35791" marT="17895" marB="17895" anchor="ctr"/>
                </a:tc>
                <a:tc>
                  <a:txBody>
                    <a:bodyPr/>
                    <a:lstStyle/>
                    <a:p>
                      <a:pPr>
                        <a:buNone/>
                      </a:pPr>
                      <a:r>
                        <a:rPr lang="en-US" sz="1050" dirty="0"/>
                        <a:t>(€52,000–€50,000)/50,000=4%</a:t>
                      </a:r>
                    </a:p>
                  </a:txBody>
                  <a:tcPr marL="35791" marR="35791" marT="17895" marB="17895" anchor="ctr"/>
                </a:tc>
                <a:tc>
                  <a:txBody>
                    <a:bodyPr/>
                    <a:lstStyle/>
                    <a:p>
                      <a:pPr>
                        <a:buNone/>
                      </a:pPr>
                      <a:r>
                        <a:rPr lang="en-US" sz="1050" dirty="0"/>
                        <a:t>Indicates wealth accumulation over time. Should be positive and consistent.</a:t>
                      </a:r>
                    </a:p>
                  </a:txBody>
                  <a:tcPr marL="35791" marR="35791" marT="17895" marB="17895" anchor="ctr"/>
                </a:tc>
                <a:extLst>
                  <a:ext uri="{0D108BD9-81ED-4DB2-BD59-A6C34878D82A}">
                    <a16:rowId xmlns:a16="http://schemas.microsoft.com/office/drawing/2014/main" val="2734354959"/>
                  </a:ext>
                </a:extLst>
              </a:tr>
            </a:tbl>
          </a:graphicData>
        </a:graphic>
      </p:graphicFrame>
    </p:spTree>
    <p:extLst>
      <p:ext uri="{BB962C8B-B14F-4D97-AF65-F5344CB8AC3E}">
        <p14:creationId xmlns:p14="http://schemas.microsoft.com/office/powerpoint/2010/main" val="966116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A6444-F507-848A-17E9-A43921EAF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C81F2-18E2-CEBE-8B2E-683AC053DE16}"/>
              </a:ext>
            </a:extLst>
          </p:cNvPr>
          <p:cNvSpPr>
            <a:spLocks noGrp="1"/>
          </p:cNvSpPr>
          <p:nvPr>
            <p:ph type="title"/>
          </p:nvPr>
        </p:nvSpPr>
        <p:spPr/>
        <p:txBody>
          <a:bodyPr>
            <a:normAutofit/>
          </a:bodyPr>
          <a:lstStyle/>
          <a:p>
            <a:r>
              <a:rPr lang="en-US" dirty="0"/>
              <a:t>Budget</a:t>
            </a:r>
          </a:p>
        </p:txBody>
      </p:sp>
      <p:sp>
        <p:nvSpPr>
          <p:cNvPr id="4" name="TextBox 3">
            <a:extLst>
              <a:ext uri="{FF2B5EF4-FFF2-40B4-BE49-F238E27FC236}">
                <a16:creationId xmlns:a16="http://schemas.microsoft.com/office/drawing/2014/main" id="{21B84431-D7A3-074D-9C9C-340854C883F2}"/>
              </a:ext>
            </a:extLst>
          </p:cNvPr>
          <p:cNvSpPr txBox="1"/>
          <p:nvPr/>
        </p:nvSpPr>
        <p:spPr>
          <a:xfrm>
            <a:off x="698768" y="5205772"/>
            <a:ext cx="10167029" cy="124649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457200" indent="-457200">
              <a:buFont typeface="+mj-lt"/>
              <a:buAutoNum type="arabicPeriod"/>
              <a:defRPr sz="2000"/>
            </a:pPr>
            <a:r>
              <a:rPr lang="en-US" sz="1500" dirty="0"/>
              <a:t>List net income sources (after tax)</a:t>
            </a:r>
          </a:p>
          <a:p>
            <a:pPr marL="457200" indent="-457200">
              <a:buFont typeface="+mj-lt"/>
              <a:buAutoNum type="arabicPeriod"/>
              <a:defRPr sz="2000"/>
            </a:pPr>
            <a:r>
              <a:rPr lang="en-US" sz="1500" dirty="0"/>
              <a:t>List expenses by category (fixed, variable, discretionary)</a:t>
            </a:r>
          </a:p>
          <a:p>
            <a:pPr marL="457200" indent="-457200">
              <a:buFont typeface="+mj-lt"/>
              <a:buAutoNum type="arabicPeriod"/>
              <a:defRPr sz="2000"/>
            </a:pPr>
            <a:r>
              <a:rPr lang="en-US" sz="1500" dirty="0"/>
              <a:t>Allocate targets (e.g., 50/30/20) and set category caps</a:t>
            </a:r>
          </a:p>
          <a:p>
            <a:pPr marL="457200" indent="-457200">
              <a:buFont typeface="+mj-lt"/>
              <a:buAutoNum type="arabicPeriod"/>
              <a:defRPr sz="2000"/>
            </a:pPr>
            <a:r>
              <a:rPr lang="en-US" sz="1500" dirty="0"/>
              <a:t>Implement: accounts, automation, and routine tracking</a:t>
            </a:r>
          </a:p>
          <a:p>
            <a:pPr marL="457200" indent="-457200">
              <a:buFont typeface="+mj-lt"/>
              <a:buAutoNum type="arabicPeriod"/>
              <a:defRPr sz="2000"/>
            </a:pPr>
            <a:r>
              <a:rPr lang="en-US" sz="1500" dirty="0"/>
              <a:t>Review monthly: actual vs plan; adjust caps and habits </a:t>
            </a:r>
          </a:p>
        </p:txBody>
      </p:sp>
      <p:sp>
        <p:nvSpPr>
          <p:cNvPr id="6" name="TextBox 5">
            <a:extLst>
              <a:ext uri="{FF2B5EF4-FFF2-40B4-BE49-F238E27FC236}">
                <a16:creationId xmlns:a16="http://schemas.microsoft.com/office/drawing/2014/main" id="{012C5D67-FD2F-7036-705D-DE30ECD067A3}"/>
              </a:ext>
            </a:extLst>
          </p:cNvPr>
          <p:cNvSpPr txBox="1"/>
          <p:nvPr/>
        </p:nvSpPr>
        <p:spPr>
          <a:xfrm>
            <a:off x="838201" y="2101174"/>
            <a:ext cx="3655978" cy="2694561"/>
          </a:xfrm>
          <a:prstGeom prst="rect">
            <a:avLst/>
          </a:prstGeom>
        </p:spPr>
        <p:txBody>
          <a:bodyPr vert="horz" lIns="91440" tIns="45720" rIns="91440" bIns="45720" rtlCol="0">
            <a:normAutofit lnSpcReduction="10000"/>
          </a:bodyPr>
          <a:lstStyle>
            <a:lvl1pPr indent="0">
              <a:lnSpc>
                <a:spcPct val="90000"/>
              </a:lnSpc>
              <a:spcBef>
                <a:spcPts val="1000"/>
              </a:spcBef>
              <a:buFont typeface="Arial"/>
              <a:buNone/>
              <a:defRPr sz="2000" b="1">
                <a:solidFill>
                  <a:schemeClr val="bg1">
                    <a:lumMod val="50000"/>
                  </a:schemeClr>
                </a:solidFill>
                <a:latin typeface="Arial" charset="0"/>
                <a:ea typeface="Arial" charset="0"/>
                <a:cs typeface="Arial" charset="0"/>
              </a:defRPr>
            </a:lvl1pPr>
            <a:lvl2pPr indent="0">
              <a:lnSpc>
                <a:spcPct val="90000"/>
              </a:lnSpc>
              <a:spcBef>
                <a:spcPts val="500"/>
              </a:spcBef>
              <a:buFont typeface="Arial"/>
              <a:buNone/>
              <a:defRPr sz="2000">
                <a:solidFill>
                  <a:schemeClr val="bg1">
                    <a:lumMod val="50000"/>
                  </a:schemeClr>
                </a:solidFill>
                <a:latin typeface="GT Walsheim" charset="0"/>
                <a:ea typeface="GT Walsheim" charset="0"/>
                <a:cs typeface="GT Walsheim" charset="0"/>
              </a:defRPr>
            </a:lvl2pPr>
            <a:lvl3pPr indent="0">
              <a:lnSpc>
                <a:spcPct val="90000"/>
              </a:lnSpc>
              <a:spcBef>
                <a:spcPts val="500"/>
              </a:spcBef>
              <a:buFont typeface="Arial"/>
              <a:buNone/>
              <a:defRPr>
                <a:solidFill>
                  <a:schemeClr val="bg1">
                    <a:lumMod val="50000"/>
                  </a:schemeClr>
                </a:solidFill>
                <a:latin typeface="GT Walsheim" charset="0"/>
                <a:ea typeface="GT Walsheim" charset="0"/>
                <a:cs typeface="GT Walsheim" charset="0"/>
              </a:defRPr>
            </a:lvl3pPr>
            <a:lvl4pPr indent="0">
              <a:lnSpc>
                <a:spcPct val="90000"/>
              </a:lnSpc>
              <a:spcBef>
                <a:spcPts val="500"/>
              </a:spcBef>
              <a:buFont typeface="Arial"/>
              <a:buNone/>
              <a:defRPr sz="1600">
                <a:solidFill>
                  <a:schemeClr val="bg1">
                    <a:lumMod val="50000"/>
                  </a:schemeClr>
                </a:solidFill>
                <a:latin typeface="GT Walsheim" charset="0"/>
                <a:ea typeface="GT Walsheim" charset="0"/>
                <a:cs typeface="GT Walsheim" charset="0"/>
              </a:defRPr>
            </a:lvl4pPr>
            <a:lvl5pPr indent="0">
              <a:lnSpc>
                <a:spcPct val="90000"/>
              </a:lnSpc>
              <a:spcBef>
                <a:spcPts val="500"/>
              </a:spcBef>
              <a:buFont typeface="Arial"/>
              <a:buNone/>
              <a:defRPr sz="1600">
                <a:solidFill>
                  <a:schemeClr val="bg1">
                    <a:lumMod val="50000"/>
                  </a:schemeClr>
                </a:solidFill>
                <a:latin typeface="GT Walsheim" charset="0"/>
                <a:ea typeface="GT Walsheim" charset="0"/>
                <a:cs typeface="GT Walsheim"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r>
              <a:rPr lang="en-US" dirty="0"/>
              <a:t>A budget, or spending plan, is necessary for successful financial planning. The common financial problems of overusing credit, lacking a regular savings program, and failing to plan for future financial security can be minimized through budgeting.</a:t>
            </a:r>
          </a:p>
        </p:txBody>
      </p:sp>
      <p:graphicFrame>
        <p:nvGraphicFramePr>
          <p:cNvPr id="9" name="Table 8">
            <a:extLst>
              <a:ext uri="{FF2B5EF4-FFF2-40B4-BE49-F238E27FC236}">
                <a16:creationId xmlns:a16="http://schemas.microsoft.com/office/drawing/2014/main" id="{76CF3B64-3A41-C13B-B15D-FA9D8A152E98}"/>
              </a:ext>
            </a:extLst>
          </p:cNvPr>
          <p:cNvGraphicFramePr>
            <a:graphicFrameLocks noGrp="1"/>
          </p:cNvGraphicFramePr>
          <p:nvPr>
            <p:extLst>
              <p:ext uri="{D42A27DB-BD31-4B8C-83A1-F6EECF244321}">
                <p14:modId xmlns:p14="http://schemas.microsoft.com/office/powerpoint/2010/main" val="2527533586"/>
              </p:ext>
            </p:extLst>
          </p:nvPr>
        </p:nvGraphicFramePr>
        <p:xfrm>
          <a:off x="4944085" y="1750276"/>
          <a:ext cx="5921712" cy="3078480"/>
        </p:xfrm>
        <a:graphic>
          <a:graphicData uri="http://schemas.openxmlformats.org/drawingml/2006/table">
            <a:tbl>
              <a:tblPr firstRow="1" bandRow="1">
                <a:tableStyleId>{D27102A9-8310-4765-A935-A1911B00CA55}</a:tableStyleId>
              </a:tblPr>
              <a:tblGrid>
                <a:gridCol w="1973904">
                  <a:extLst>
                    <a:ext uri="{9D8B030D-6E8A-4147-A177-3AD203B41FA5}">
                      <a16:colId xmlns:a16="http://schemas.microsoft.com/office/drawing/2014/main" val="20000"/>
                    </a:ext>
                  </a:extLst>
                </a:gridCol>
                <a:gridCol w="1973904">
                  <a:extLst>
                    <a:ext uri="{9D8B030D-6E8A-4147-A177-3AD203B41FA5}">
                      <a16:colId xmlns:a16="http://schemas.microsoft.com/office/drawing/2014/main" val="20001"/>
                    </a:ext>
                  </a:extLst>
                </a:gridCol>
                <a:gridCol w="1973904">
                  <a:extLst>
                    <a:ext uri="{9D8B030D-6E8A-4147-A177-3AD203B41FA5}">
                      <a16:colId xmlns:a16="http://schemas.microsoft.com/office/drawing/2014/main" val="20002"/>
                    </a:ext>
                  </a:extLst>
                </a:gridCol>
              </a:tblGrid>
              <a:tr h="251754">
                <a:tc>
                  <a:txBody>
                    <a:bodyPr/>
                    <a:lstStyle/>
                    <a:p>
                      <a:pPr>
                        <a:defRPr sz="1600"/>
                      </a:pPr>
                      <a:r>
                        <a:rPr dirty="0"/>
                        <a:t>Category</a:t>
                      </a:r>
                    </a:p>
                  </a:txBody>
                  <a:tcPr/>
                </a:tc>
                <a:tc>
                  <a:txBody>
                    <a:bodyPr/>
                    <a:lstStyle/>
                    <a:p>
                      <a:pPr>
                        <a:defRPr sz="1600"/>
                      </a:pPr>
                      <a:r>
                        <a:t>Planned (€)</a:t>
                      </a:r>
                    </a:p>
                  </a:txBody>
                  <a:tcPr/>
                </a:tc>
                <a:tc>
                  <a:txBody>
                    <a:bodyPr/>
                    <a:lstStyle/>
                    <a:p>
                      <a:pPr>
                        <a:defRPr sz="1600"/>
                      </a:pPr>
                      <a:r>
                        <a:t>Actual (€)</a:t>
                      </a:r>
                    </a:p>
                  </a:txBody>
                  <a:tcPr/>
                </a:tc>
                <a:extLst>
                  <a:ext uri="{0D108BD9-81ED-4DB2-BD59-A6C34878D82A}">
                    <a16:rowId xmlns:a16="http://schemas.microsoft.com/office/drawing/2014/main" val="10000"/>
                  </a:ext>
                </a:extLst>
              </a:tr>
              <a:tr h="254260">
                <a:tc>
                  <a:txBody>
                    <a:bodyPr/>
                    <a:lstStyle/>
                    <a:p>
                      <a:pPr>
                        <a:defRPr sz="1400"/>
                      </a:pPr>
                      <a:r>
                        <a:t>Net Income</a:t>
                      </a:r>
                    </a:p>
                  </a:txBody>
                  <a:tcPr/>
                </a:tc>
                <a:tc>
                  <a:txBody>
                    <a:bodyPr/>
                    <a:lstStyle/>
                    <a:p>
                      <a:pPr>
                        <a:defRPr sz="1400"/>
                      </a:pPr>
                      <a:r>
                        <a:t>1,800</a:t>
                      </a:r>
                    </a:p>
                  </a:txBody>
                  <a:tcPr/>
                </a:tc>
                <a:tc>
                  <a:txBody>
                    <a:bodyPr/>
                    <a:lstStyle/>
                    <a:p>
                      <a:pPr>
                        <a:defRPr sz="1400"/>
                      </a:pPr>
                      <a:r>
                        <a:t>1,820</a:t>
                      </a:r>
                    </a:p>
                  </a:txBody>
                  <a:tcPr/>
                </a:tc>
                <a:extLst>
                  <a:ext uri="{0D108BD9-81ED-4DB2-BD59-A6C34878D82A}">
                    <a16:rowId xmlns:a16="http://schemas.microsoft.com/office/drawing/2014/main" val="10001"/>
                  </a:ext>
                </a:extLst>
              </a:tr>
              <a:tr h="254260">
                <a:tc>
                  <a:txBody>
                    <a:bodyPr/>
                    <a:lstStyle/>
                    <a:p>
                      <a:pPr>
                        <a:defRPr sz="1400"/>
                      </a:pPr>
                      <a:r>
                        <a:t>Housing</a:t>
                      </a:r>
                    </a:p>
                  </a:txBody>
                  <a:tcPr/>
                </a:tc>
                <a:tc>
                  <a:txBody>
                    <a:bodyPr/>
                    <a:lstStyle/>
                    <a:p>
                      <a:pPr>
                        <a:defRPr sz="1400"/>
                      </a:pPr>
                      <a:r>
                        <a:t>600</a:t>
                      </a:r>
                    </a:p>
                  </a:txBody>
                  <a:tcPr/>
                </a:tc>
                <a:tc>
                  <a:txBody>
                    <a:bodyPr/>
                    <a:lstStyle/>
                    <a:p>
                      <a:pPr>
                        <a:defRPr sz="1400"/>
                      </a:pPr>
                      <a:r>
                        <a:t>610</a:t>
                      </a:r>
                    </a:p>
                  </a:txBody>
                  <a:tcPr/>
                </a:tc>
                <a:extLst>
                  <a:ext uri="{0D108BD9-81ED-4DB2-BD59-A6C34878D82A}">
                    <a16:rowId xmlns:a16="http://schemas.microsoft.com/office/drawing/2014/main" val="10002"/>
                  </a:ext>
                </a:extLst>
              </a:tr>
              <a:tr h="254260">
                <a:tc>
                  <a:txBody>
                    <a:bodyPr/>
                    <a:lstStyle/>
                    <a:p>
                      <a:pPr>
                        <a:defRPr sz="1400"/>
                      </a:pPr>
                      <a:r>
                        <a:t>Food</a:t>
                      </a:r>
                    </a:p>
                  </a:txBody>
                  <a:tcPr/>
                </a:tc>
                <a:tc>
                  <a:txBody>
                    <a:bodyPr/>
                    <a:lstStyle/>
                    <a:p>
                      <a:pPr>
                        <a:defRPr sz="1400"/>
                      </a:pPr>
                      <a:r>
                        <a:t>250</a:t>
                      </a:r>
                    </a:p>
                  </a:txBody>
                  <a:tcPr/>
                </a:tc>
                <a:tc>
                  <a:txBody>
                    <a:bodyPr/>
                    <a:lstStyle/>
                    <a:p>
                      <a:pPr>
                        <a:defRPr sz="1400"/>
                      </a:pPr>
                      <a:r>
                        <a:t>240</a:t>
                      </a:r>
                    </a:p>
                  </a:txBody>
                  <a:tcPr/>
                </a:tc>
                <a:extLst>
                  <a:ext uri="{0D108BD9-81ED-4DB2-BD59-A6C34878D82A}">
                    <a16:rowId xmlns:a16="http://schemas.microsoft.com/office/drawing/2014/main" val="10003"/>
                  </a:ext>
                </a:extLst>
              </a:tr>
              <a:tr h="254260">
                <a:tc>
                  <a:txBody>
                    <a:bodyPr/>
                    <a:lstStyle/>
                    <a:p>
                      <a:pPr>
                        <a:defRPr sz="1400"/>
                      </a:pPr>
                      <a:r>
                        <a:t>Transport</a:t>
                      </a:r>
                    </a:p>
                  </a:txBody>
                  <a:tcPr/>
                </a:tc>
                <a:tc>
                  <a:txBody>
                    <a:bodyPr/>
                    <a:lstStyle/>
                    <a:p>
                      <a:pPr>
                        <a:defRPr sz="1400"/>
                      </a:pPr>
                      <a:r>
                        <a:t>120</a:t>
                      </a:r>
                    </a:p>
                  </a:txBody>
                  <a:tcPr/>
                </a:tc>
                <a:tc>
                  <a:txBody>
                    <a:bodyPr/>
                    <a:lstStyle/>
                    <a:p>
                      <a:pPr>
                        <a:defRPr sz="1400"/>
                      </a:pPr>
                      <a:r>
                        <a:t>130</a:t>
                      </a:r>
                    </a:p>
                  </a:txBody>
                  <a:tcPr/>
                </a:tc>
                <a:extLst>
                  <a:ext uri="{0D108BD9-81ED-4DB2-BD59-A6C34878D82A}">
                    <a16:rowId xmlns:a16="http://schemas.microsoft.com/office/drawing/2014/main" val="10004"/>
                  </a:ext>
                </a:extLst>
              </a:tr>
              <a:tr h="254260">
                <a:tc>
                  <a:txBody>
                    <a:bodyPr/>
                    <a:lstStyle/>
                    <a:p>
                      <a:pPr>
                        <a:defRPr sz="1400"/>
                      </a:pPr>
                      <a:r>
                        <a:t>Utilities</a:t>
                      </a:r>
                    </a:p>
                  </a:txBody>
                  <a:tcPr/>
                </a:tc>
                <a:tc>
                  <a:txBody>
                    <a:bodyPr/>
                    <a:lstStyle/>
                    <a:p>
                      <a:pPr>
                        <a:defRPr sz="1400"/>
                      </a:pPr>
                      <a:r>
                        <a:t>110</a:t>
                      </a:r>
                    </a:p>
                  </a:txBody>
                  <a:tcPr/>
                </a:tc>
                <a:tc>
                  <a:txBody>
                    <a:bodyPr/>
                    <a:lstStyle/>
                    <a:p>
                      <a:pPr>
                        <a:defRPr sz="1400"/>
                      </a:pPr>
                      <a:r>
                        <a:t>95</a:t>
                      </a:r>
                    </a:p>
                  </a:txBody>
                  <a:tcPr/>
                </a:tc>
                <a:extLst>
                  <a:ext uri="{0D108BD9-81ED-4DB2-BD59-A6C34878D82A}">
                    <a16:rowId xmlns:a16="http://schemas.microsoft.com/office/drawing/2014/main" val="10005"/>
                  </a:ext>
                </a:extLst>
              </a:tr>
              <a:tr h="254260">
                <a:tc>
                  <a:txBody>
                    <a:bodyPr/>
                    <a:lstStyle/>
                    <a:p>
                      <a:pPr>
                        <a:defRPr sz="1400"/>
                      </a:pPr>
                      <a:r>
                        <a:t>Insurance</a:t>
                      </a:r>
                    </a:p>
                  </a:txBody>
                  <a:tcPr/>
                </a:tc>
                <a:tc>
                  <a:txBody>
                    <a:bodyPr/>
                    <a:lstStyle/>
                    <a:p>
                      <a:pPr>
                        <a:defRPr sz="1400"/>
                      </a:pPr>
                      <a:r>
                        <a:t>100</a:t>
                      </a:r>
                    </a:p>
                  </a:txBody>
                  <a:tcPr/>
                </a:tc>
                <a:tc>
                  <a:txBody>
                    <a:bodyPr/>
                    <a:lstStyle/>
                    <a:p>
                      <a:pPr>
                        <a:defRPr sz="1400"/>
                      </a:pPr>
                      <a:r>
                        <a:t>100</a:t>
                      </a:r>
                    </a:p>
                  </a:txBody>
                  <a:tcPr/>
                </a:tc>
                <a:extLst>
                  <a:ext uri="{0D108BD9-81ED-4DB2-BD59-A6C34878D82A}">
                    <a16:rowId xmlns:a16="http://schemas.microsoft.com/office/drawing/2014/main" val="10006"/>
                  </a:ext>
                </a:extLst>
              </a:tr>
              <a:tr h="254260">
                <a:tc>
                  <a:txBody>
                    <a:bodyPr/>
                    <a:lstStyle/>
                    <a:p>
                      <a:pPr>
                        <a:defRPr sz="1400"/>
                      </a:pPr>
                      <a:r>
                        <a:t>Leisure</a:t>
                      </a:r>
                    </a:p>
                  </a:txBody>
                  <a:tcPr/>
                </a:tc>
                <a:tc>
                  <a:txBody>
                    <a:bodyPr/>
                    <a:lstStyle/>
                    <a:p>
                      <a:pPr>
                        <a:defRPr sz="1400"/>
                      </a:pPr>
                      <a:r>
                        <a:t>150</a:t>
                      </a:r>
                    </a:p>
                  </a:txBody>
                  <a:tcPr/>
                </a:tc>
                <a:tc>
                  <a:txBody>
                    <a:bodyPr/>
                    <a:lstStyle/>
                    <a:p>
                      <a:pPr>
                        <a:defRPr sz="1400"/>
                      </a:pPr>
                      <a:r>
                        <a:t>170</a:t>
                      </a:r>
                    </a:p>
                  </a:txBody>
                  <a:tcPr/>
                </a:tc>
                <a:extLst>
                  <a:ext uri="{0D108BD9-81ED-4DB2-BD59-A6C34878D82A}">
                    <a16:rowId xmlns:a16="http://schemas.microsoft.com/office/drawing/2014/main" val="10007"/>
                  </a:ext>
                </a:extLst>
              </a:tr>
              <a:tr h="254260">
                <a:tc>
                  <a:txBody>
                    <a:bodyPr/>
                    <a:lstStyle/>
                    <a:p>
                      <a:pPr>
                        <a:defRPr sz="1400"/>
                      </a:pPr>
                      <a:r>
                        <a:t>Other</a:t>
                      </a:r>
                    </a:p>
                  </a:txBody>
                  <a:tcPr/>
                </a:tc>
                <a:tc>
                  <a:txBody>
                    <a:bodyPr/>
                    <a:lstStyle/>
                    <a:p>
                      <a:pPr>
                        <a:defRPr sz="1400"/>
                      </a:pPr>
                      <a:r>
                        <a:t>70</a:t>
                      </a:r>
                    </a:p>
                  </a:txBody>
                  <a:tcPr/>
                </a:tc>
                <a:tc>
                  <a:txBody>
                    <a:bodyPr/>
                    <a:lstStyle/>
                    <a:p>
                      <a:pPr>
                        <a:defRPr sz="1400"/>
                      </a:pPr>
                      <a:r>
                        <a:t>60</a:t>
                      </a:r>
                    </a:p>
                  </a:txBody>
                  <a:tcPr/>
                </a:tc>
                <a:extLst>
                  <a:ext uri="{0D108BD9-81ED-4DB2-BD59-A6C34878D82A}">
                    <a16:rowId xmlns:a16="http://schemas.microsoft.com/office/drawing/2014/main" val="10008"/>
                  </a:ext>
                </a:extLst>
              </a:tr>
              <a:tr h="254260">
                <a:tc>
                  <a:txBody>
                    <a:bodyPr/>
                    <a:lstStyle/>
                    <a:p>
                      <a:pPr>
                        <a:defRPr sz="1400"/>
                      </a:pPr>
                      <a:r>
                        <a:t>Savings</a:t>
                      </a:r>
                    </a:p>
                  </a:txBody>
                  <a:tcPr/>
                </a:tc>
                <a:tc>
                  <a:txBody>
                    <a:bodyPr/>
                    <a:lstStyle/>
                    <a:p>
                      <a:pPr>
                        <a:defRPr sz="1400"/>
                      </a:pPr>
                      <a:r>
                        <a:rPr dirty="0"/>
                        <a:t>400</a:t>
                      </a:r>
                    </a:p>
                  </a:txBody>
                  <a:tcPr/>
                </a:tc>
                <a:tc>
                  <a:txBody>
                    <a:bodyPr/>
                    <a:lstStyle/>
                    <a:p>
                      <a:pPr>
                        <a:defRPr sz="1400"/>
                      </a:pPr>
                      <a:r>
                        <a:rPr dirty="0"/>
                        <a:t>415</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05534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9E34D-0B9B-EF36-E5FD-8B1E753E9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1279B-0794-4D9F-CE3E-120316838E26}"/>
              </a:ext>
            </a:extLst>
          </p:cNvPr>
          <p:cNvSpPr>
            <a:spLocks noGrp="1"/>
          </p:cNvSpPr>
          <p:nvPr>
            <p:ph type="title"/>
          </p:nvPr>
        </p:nvSpPr>
        <p:spPr>
          <a:xfrm>
            <a:off x="958703" y="796982"/>
            <a:ext cx="3195083" cy="1126868"/>
          </a:xfrm>
        </p:spPr>
        <p:txBody>
          <a:bodyPr>
            <a:noAutofit/>
          </a:bodyPr>
          <a:lstStyle/>
          <a:p>
            <a:r>
              <a:rPr lang="es-419" sz="3200" dirty="0" err="1"/>
              <a:t>Example</a:t>
            </a:r>
            <a:r>
              <a:rPr lang="es-419" sz="3200" dirty="0"/>
              <a:t>:</a:t>
            </a:r>
            <a:endParaRPr lang="en-US" sz="3200" dirty="0"/>
          </a:p>
        </p:txBody>
      </p:sp>
      <p:pic>
        <p:nvPicPr>
          <p:cNvPr id="5" name="Picture 4">
            <a:extLst>
              <a:ext uri="{FF2B5EF4-FFF2-40B4-BE49-F238E27FC236}">
                <a16:creationId xmlns:a16="http://schemas.microsoft.com/office/drawing/2014/main" id="{0B2525FF-9916-470E-D4DA-F1AA0F0874D3}"/>
              </a:ext>
            </a:extLst>
          </p:cNvPr>
          <p:cNvPicPr>
            <a:picLocks noChangeAspect="1"/>
          </p:cNvPicPr>
          <p:nvPr/>
        </p:nvPicPr>
        <p:blipFill>
          <a:blip r:embed="rId2"/>
          <a:stretch>
            <a:fillRect/>
          </a:stretch>
        </p:blipFill>
        <p:spPr>
          <a:xfrm>
            <a:off x="3452123" y="0"/>
            <a:ext cx="5287754" cy="6858000"/>
          </a:xfrm>
          <a:prstGeom prst="rect">
            <a:avLst/>
          </a:prstGeom>
        </p:spPr>
      </p:pic>
    </p:spTree>
    <p:extLst>
      <p:ext uri="{BB962C8B-B14F-4D97-AF65-F5344CB8AC3E}">
        <p14:creationId xmlns:p14="http://schemas.microsoft.com/office/powerpoint/2010/main" val="3155139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7316-340E-133F-AA77-A6EB6395E4E8}"/>
              </a:ext>
            </a:extLst>
          </p:cNvPr>
          <p:cNvSpPr>
            <a:spLocks noGrp="1"/>
          </p:cNvSpPr>
          <p:nvPr>
            <p:ph type="title"/>
          </p:nvPr>
        </p:nvSpPr>
        <p:spPr/>
        <p:txBody>
          <a:bodyPr/>
          <a:lstStyle/>
          <a:p>
            <a:r>
              <a:rPr lang="en-US" dirty="0"/>
              <a:t>How to allocate?</a:t>
            </a:r>
          </a:p>
        </p:txBody>
      </p:sp>
      <p:sp>
        <p:nvSpPr>
          <p:cNvPr id="3" name="Text Placeholder 2">
            <a:extLst>
              <a:ext uri="{FF2B5EF4-FFF2-40B4-BE49-F238E27FC236}">
                <a16:creationId xmlns:a16="http://schemas.microsoft.com/office/drawing/2014/main" id="{87D93F0F-F06F-8A5E-856F-C89F32EF14E9}"/>
              </a:ext>
            </a:extLst>
          </p:cNvPr>
          <p:cNvSpPr>
            <a:spLocks noGrp="1"/>
          </p:cNvSpPr>
          <p:nvPr>
            <p:ph type="body" sz="quarter" idx="12"/>
          </p:nvPr>
        </p:nvSpPr>
        <p:spPr>
          <a:xfrm>
            <a:off x="838201" y="2512405"/>
            <a:ext cx="6661826" cy="3597450"/>
          </a:xfrm>
        </p:spPr>
        <p:txBody>
          <a:bodyPr/>
          <a:lstStyle/>
          <a:p>
            <a:r>
              <a:rPr lang="en-US" dirty="0"/>
              <a:t>There are many ways to decide your budget allocations. </a:t>
            </a:r>
          </a:p>
          <a:p>
            <a:pPr marL="342900" indent="-342900">
              <a:buFont typeface="Arial" panose="020B0604020202020204" pitchFamily="34" charset="0"/>
              <a:buChar char="•"/>
            </a:pPr>
            <a:r>
              <a:rPr lang="en-US" dirty="0"/>
              <a:t>Consider historical data: Usually fixed expenses are hard to change even if you wanted.</a:t>
            </a:r>
          </a:p>
          <a:p>
            <a:pPr marL="342900" indent="-342900">
              <a:buFont typeface="Arial" panose="020B0604020202020204" pitchFamily="34" charset="0"/>
              <a:buChar char="•"/>
            </a:pPr>
            <a:r>
              <a:rPr lang="en-US" dirty="0"/>
              <a:t>If you have flexibility then start by looking at your ratios: Are you comfortable with them? Then you can target (i.e. to turn savings ratio to 3)</a:t>
            </a:r>
          </a:p>
          <a:p>
            <a:pPr marL="342900" indent="-342900">
              <a:buFont typeface="Arial" panose="020B0604020202020204" pitchFamily="34" charset="0"/>
              <a:buChar char="•"/>
            </a:pPr>
            <a:r>
              <a:rPr lang="en-US" dirty="0"/>
              <a:t>If you are not sure, then use the 50/30/20 rule as a good anchor and adjust method</a:t>
            </a:r>
          </a:p>
          <a:p>
            <a:pPr marL="342900" indent="-34290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1ED8A9FF-3811-A18C-0AD6-0CCD5A96B5AC}"/>
              </a:ext>
            </a:extLst>
          </p:cNvPr>
          <p:cNvSpPr txBox="1"/>
          <p:nvPr/>
        </p:nvSpPr>
        <p:spPr>
          <a:xfrm>
            <a:off x="8044776" y="1898861"/>
            <a:ext cx="2731038" cy="3693319"/>
          </a:xfrm>
          <a:prstGeom prst="rect">
            <a:avLst/>
          </a:prstGeom>
          <a:noFill/>
        </p:spPr>
        <p:txBody>
          <a:bodyPr wrap="square">
            <a:spAutoFit/>
          </a:bodyPr>
          <a:lstStyle/>
          <a:p>
            <a:r>
              <a:rPr lang="en-US" b="1" dirty="0"/>
              <a:t>Budget variance:  </a:t>
            </a:r>
            <a:r>
              <a:rPr lang="en-US" dirty="0"/>
              <a:t>The difference between the amount budgeted and the actual amount received or spent. </a:t>
            </a:r>
          </a:p>
          <a:p>
            <a:r>
              <a:rPr lang="en-US" b="1" dirty="0"/>
              <a:t>Deficit:</a:t>
            </a:r>
            <a:r>
              <a:rPr lang="en-US" dirty="0"/>
              <a:t> The amount by which actual spending exceeds planned spending. </a:t>
            </a:r>
          </a:p>
          <a:p>
            <a:r>
              <a:rPr lang="en-US" b="1" dirty="0"/>
              <a:t>Surplus:</a:t>
            </a:r>
            <a:r>
              <a:rPr lang="en-US" dirty="0"/>
              <a:t> The amount by which actual spending is less than planned spending.</a:t>
            </a:r>
          </a:p>
        </p:txBody>
      </p:sp>
    </p:spTree>
    <p:extLst>
      <p:ext uri="{BB962C8B-B14F-4D97-AF65-F5344CB8AC3E}">
        <p14:creationId xmlns:p14="http://schemas.microsoft.com/office/powerpoint/2010/main" val="2157572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pPr>
              <a:lnSpc>
                <a:spcPct val="100000"/>
              </a:lnSpc>
              <a:spcBef>
                <a:spcPts val="600"/>
              </a:spcBef>
            </a:pPr>
            <a:endParaRPr lang="en-US" sz="2000" dirty="0"/>
          </a:p>
        </p:txBody>
      </p:sp>
      <p:sp>
        <p:nvSpPr>
          <p:cNvPr id="3" name="Title 2"/>
          <p:cNvSpPr>
            <a:spLocks noGrp="1"/>
          </p:cNvSpPr>
          <p:nvPr>
            <p:ph type="ctrTitle"/>
          </p:nvPr>
        </p:nvSpPr>
        <p:spPr/>
        <p:txBody>
          <a:bodyPr/>
          <a:lstStyle/>
          <a:p>
            <a:r>
              <a:rPr lang="en-US" dirty="0"/>
              <a:t>Thanks</a:t>
            </a:r>
          </a:p>
        </p:txBody>
      </p:sp>
    </p:spTree>
    <p:extLst>
      <p:ext uri="{BB962C8B-B14F-4D97-AF65-F5344CB8AC3E}">
        <p14:creationId xmlns:p14="http://schemas.microsoft.com/office/powerpoint/2010/main" val="878909349"/>
      </p:ext>
    </p:extLst>
  </p:cSld>
  <p:clrMapOvr>
    <a:masterClrMapping/>
  </p:clrMapOvr>
</p:sld>
</file>

<file path=ppt/theme/theme1.xml><?xml version="1.0" encoding="utf-8"?>
<a:theme xmlns:a="http://schemas.openxmlformats.org/drawingml/2006/main" name="Custom Design">
  <a:themeElements>
    <a:clrScheme name="VU">
      <a:dk1>
        <a:srgbClr val="7A003B"/>
      </a:dk1>
      <a:lt1>
        <a:srgbClr val="FFFFFF"/>
      </a:lt1>
      <a:dk2>
        <a:srgbClr val="7A003B"/>
      </a:dk2>
      <a:lt2>
        <a:srgbClr val="FEFFFE"/>
      </a:lt2>
      <a:accent1>
        <a:srgbClr val="E03357"/>
      </a:accent1>
      <a:accent2>
        <a:srgbClr val="E2E3E2"/>
      </a:accent2>
      <a:accent3>
        <a:srgbClr val="3B3C3A"/>
      </a:accent3>
      <a:accent4>
        <a:srgbClr val="989998"/>
      </a:accent4>
      <a:accent5>
        <a:srgbClr val="D5D5D5"/>
      </a:accent5>
      <a:accent6>
        <a:srgbClr val="797979"/>
      </a:accent6>
      <a:hlink>
        <a:srgbClr val="E03357"/>
      </a:hlink>
      <a:folHlink>
        <a:srgbClr val="E2E3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VU">
      <a:dk1>
        <a:srgbClr val="7A003B"/>
      </a:dk1>
      <a:lt1>
        <a:srgbClr val="FFFFFF"/>
      </a:lt1>
      <a:dk2>
        <a:srgbClr val="7A003B"/>
      </a:dk2>
      <a:lt2>
        <a:srgbClr val="FEFFFE"/>
      </a:lt2>
      <a:accent1>
        <a:srgbClr val="E03357"/>
      </a:accent1>
      <a:accent2>
        <a:srgbClr val="E2E3E2"/>
      </a:accent2>
      <a:accent3>
        <a:srgbClr val="3B3C3A"/>
      </a:accent3>
      <a:accent4>
        <a:srgbClr val="989998"/>
      </a:accent4>
      <a:accent5>
        <a:srgbClr val="D5D5D5"/>
      </a:accent5>
      <a:accent6>
        <a:srgbClr val="797979"/>
      </a:accent6>
      <a:hlink>
        <a:srgbClr val="E03357"/>
      </a:hlink>
      <a:folHlink>
        <a:srgbClr val="E2E3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7901</TotalTime>
  <Words>1667</Words>
  <Application>Microsoft Office PowerPoint</Application>
  <PresentationFormat>Widescreen</PresentationFormat>
  <Paragraphs>221</Paragraphs>
  <Slides>19</Slides>
  <Notes>2</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GT Walsheim</vt:lpstr>
      <vt:lpstr>ＭＳ Ｐゴシック</vt:lpstr>
      <vt:lpstr>Aptos</vt:lpstr>
      <vt:lpstr>Arial</vt:lpstr>
      <vt:lpstr>Custom Design</vt:lpstr>
      <vt:lpstr>1_Custom Design</vt:lpstr>
      <vt:lpstr>Personal Finance Personal Financial Statements</vt:lpstr>
      <vt:lpstr>Agenda</vt:lpstr>
      <vt:lpstr>Why we need this?</vt:lpstr>
      <vt:lpstr>Sources of information</vt:lpstr>
      <vt:lpstr>Balance Sheet</vt:lpstr>
      <vt:lpstr>How to build it?</vt:lpstr>
      <vt:lpstr>How to build it?</vt:lpstr>
      <vt:lpstr>Example:</vt:lpstr>
      <vt:lpstr>Using the Balance Sheet</vt:lpstr>
      <vt:lpstr>Cash Flow Statement</vt:lpstr>
      <vt:lpstr>Why income management matters?</vt:lpstr>
      <vt:lpstr>Expenditure categories and tips</vt:lpstr>
      <vt:lpstr>How to build it?</vt:lpstr>
      <vt:lpstr>Example:</vt:lpstr>
      <vt:lpstr>Ratios</vt:lpstr>
      <vt:lpstr>Budget</vt:lpstr>
      <vt:lpstr>Example:</vt:lpstr>
      <vt:lpstr>How to allocate?</vt:lpstr>
      <vt:lpstr>Thanks</vt:lpstr>
    </vt:vector>
  </TitlesOfParts>
  <Company>Vilniaus universitetas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Rokas Aleliūnas</dc:creator>
  <cp:lastModifiedBy>Gustavo Mota</cp:lastModifiedBy>
  <cp:revision>100</cp:revision>
  <dcterms:created xsi:type="dcterms:W3CDTF">2017-06-28T06:49:28Z</dcterms:created>
  <dcterms:modified xsi:type="dcterms:W3CDTF">2026-03-04T12:29:30Z</dcterms:modified>
</cp:coreProperties>
</file>